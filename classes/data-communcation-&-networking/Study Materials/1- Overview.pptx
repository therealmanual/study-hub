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35"/>
  </p:notesMasterIdLst>
  <p:sldIdLst>
    <p:sldId id="256" r:id="rId2"/>
    <p:sldId id="257" r:id="rId3"/>
    <p:sldId id="957" r:id="rId4"/>
    <p:sldId id="959" r:id="rId5"/>
    <p:sldId id="961" r:id="rId6"/>
    <p:sldId id="962" r:id="rId7"/>
    <p:sldId id="963" r:id="rId8"/>
    <p:sldId id="964" r:id="rId9"/>
    <p:sldId id="965" r:id="rId10"/>
    <p:sldId id="966" r:id="rId11"/>
    <p:sldId id="967" r:id="rId12"/>
    <p:sldId id="968" r:id="rId13"/>
    <p:sldId id="969" r:id="rId14"/>
    <p:sldId id="970" r:id="rId15"/>
    <p:sldId id="971" r:id="rId16"/>
    <p:sldId id="972" r:id="rId17"/>
    <p:sldId id="974" r:id="rId18"/>
    <p:sldId id="973" r:id="rId19"/>
    <p:sldId id="975" r:id="rId20"/>
    <p:sldId id="976" r:id="rId21"/>
    <p:sldId id="977" r:id="rId22"/>
    <p:sldId id="978" r:id="rId23"/>
    <p:sldId id="979" r:id="rId24"/>
    <p:sldId id="1010" r:id="rId25"/>
    <p:sldId id="1015" r:id="rId26"/>
    <p:sldId id="1013" r:id="rId27"/>
    <p:sldId id="1014" r:id="rId28"/>
    <p:sldId id="1029" r:id="rId29"/>
    <p:sldId id="1016" r:id="rId30"/>
    <p:sldId id="1228" r:id="rId31"/>
    <p:sldId id="1208" r:id="rId32"/>
    <p:sldId id="1209" r:id="rId33"/>
    <p:sldId id="1216" r:id="rId3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009"/>
    <p:restoredTop sz="94672"/>
  </p:normalViewPr>
  <p:slideViewPr>
    <p:cSldViewPr snapToGrid="0">
      <p:cViewPr varScale="1">
        <p:scale>
          <a:sx n="72" d="100"/>
          <a:sy n="72" d="100"/>
        </p:scale>
        <p:origin x="216" y="124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ableStyles" Target="tableStyle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58002E2-AF80-9D4B-80F0-1CA762853423}" type="datetimeFigureOut">
              <a:rPr lang="en-US" smtClean="0"/>
              <a:t>1/15/26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54245CF-C522-7B4A-BA3A-5A09B7F98E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754062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cs.umass.edu/~phuthipong/" TargetMode="External"/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View 1: The Internet behind the scenes: end devices, routing devices, links, protocols, etc.</a:t>
            </a:r>
          </a:p>
          <a:p>
            <a:endParaRPr lang="en-US" dirty="0"/>
          </a:p>
          <a:p>
            <a:r>
              <a:rPr lang="en-US" dirty="0"/>
              <a:t>Main players: AT&amp;T, Verizon, Akamai, etc. Access providers.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Standards vs protocols: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Standards are broad descriptions/specifications of how systems should work. Think of standards as blueprints.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Protocols are a specific set of rules that govern the exchange of data between devices. Think of protocols as detailed instructions based on a blueprint.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A programming analogy: standards are to documentation what protocols are to algorithms.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804392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View 2: The Internet as a platform to provide services. </a:t>
            </a:r>
          </a:p>
          <a:p>
            <a:endParaRPr lang="en-US" dirty="0"/>
          </a:p>
          <a:p>
            <a:r>
              <a:rPr lang="en-US" dirty="0"/>
              <a:t>Analogy: Think of an API. One can use the Internet through its "APIs" to provide services. </a:t>
            </a:r>
          </a:p>
          <a:p>
            <a:endParaRPr lang="en-US" dirty="0"/>
          </a:p>
          <a:p>
            <a:r>
              <a:rPr lang="en-US" dirty="0"/>
              <a:t>Main players: Netflix, Facebook/Meta, etc. Content providers. </a:t>
            </a:r>
          </a:p>
          <a:p>
            <a:endParaRPr lang="en-US" dirty="0"/>
          </a:p>
          <a:p>
            <a:r>
              <a:rPr lang="en-US" dirty="0"/>
              <a:t>This course is comprehensive and explores both views.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36352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Can you think of any other human protocols?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Can you think of any computing protocols? </a:t>
            </a:r>
          </a:p>
          <a:p>
            <a:pPr marL="171450" lvl="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en-US" dirty="0"/>
              <a:t>Why do we need this many protocols, both for humans and computers?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32017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to </a:t>
            </a:r>
            <a:r>
              <a:rPr lang="en-US" dirty="0">
                <a:hlinkClick r:id="rId3"/>
              </a:rPr>
              <a:t>Nikko Bovornkeeratiroj</a:t>
            </a:r>
            <a:r>
              <a:rPr lang="en-US" dirty="0"/>
              <a:t>,  Phuthipong &lt;phuthipong@cs.umass.edu&gt;, for the stacking dolls idea and 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96919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4DA1C2B-A08E-9967-748E-9CC3EF808EA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l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BBDE83AF-FE93-EBAD-9603-F51FB993BED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>
            <a:normAutofit/>
          </a:bodyPr>
          <a:lstStyle>
            <a:lvl1pPr marL="0" indent="0" algn="l">
              <a:buNone/>
              <a:defRPr sz="2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CDB0412-6B70-950A-2604-2ABD283AF8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8C958E-EF91-92CF-C582-BA9BB61CAB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EB63A76-A959-E7E6-0F37-9C5F844F40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18107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9003D5-F466-1F66-6AEF-8FE7C021D4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889F9F2-BB99-8E5A-1EE5-20ECBE50D2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6F1EDD2-BA59-DD84-2F62-AB3D129068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A902FCA-04DE-FF39-8FCC-0A93404FD5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7AA825A-68B1-FAA2-5F16-12FA43DB0D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896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F4279C-80AF-1604-FA9D-C403FB92F1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746854C-2994-277A-8456-39543799DDC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AF0FC32-9263-05AC-C762-7979381E7B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30655C6-9732-6B31-4FD3-92D618EFB0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0DC9F76-31C6-D13B-BC3F-3226187528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537652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DB5595-36BB-1E0F-C877-694DF93AD9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6615E4-2C13-6FAE-3BB0-40613F656C2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B76FA26-29C6-2CFB-F50F-BCF8D4E925E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EC7976E-2620-A4EB-845F-109D632685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17E7321-9DC9-16F2-54DF-092BFEF835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D80D01D-67C7-9690-680B-075764D5EA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16083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CCD88E9-FA3A-4BD0-615F-4EB93D110F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D4D912-A348-D1CF-D219-B8FCE0E6963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FD6A509-37DD-2DB9-CCC7-771234F90D2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11158C4-9197-C53B-0493-EA69D3EAE18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89A99A-762E-4B27-EDC9-1708E3F77F0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0AC05593-D4B7-9AED-4ACC-F97493F7ED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5EA9DC3E-3D24-E442-6590-1367CB8DFD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D217B66-FE78-74F5-9B60-F2264D179F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4447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15DCDE-38C3-56B4-B037-90743D9F4F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B7350E8-88F7-A61F-DBC5-937E8FDCEF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C98953F-CE53-2E47-876C-3BF4A39311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DF9FE9C-8815-AAED-757E-C2063D0EF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994352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6E945E0-189D-CC06-83A1-E9D68CB827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F58AFA5-CD91-3FC2-C0F3-531C40F733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FA022A3-F974-6C56-1DFA-44198981C4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934495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28CE4A-CB9C-38B1-048E-9712FB307E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E6B556C-45FD-CC85-BE72-A885371CF7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86FFB9E-71B0-2B0C-F24E-B43C5D98E64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D34AFA-F547-4BFC-7D5E-D48BDBA5B5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D745BFC-94E2-0B45-2399-9B1B9E6866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F8401A1-73E1-C9D4-9D6F-1A17BA7A01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611193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61630E-3E9F-7FA8-42D7-07D64C3A8F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05A04F3-A7EC-D486-E667-A0CDF45AED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2F49D35-79A1-0F63-DCC5-F973CEDD7A9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51F911F-1982-17BD-ACBE-79A370A1F0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04989BC-2295-BF0E-CA34-4F7DCF9304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B8AD4C2-6A72-852E-F177-A3371AA474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76828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3A1663-D298-6E19-FF2B-6F5542FFED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02E66E7-3670-CA2E-F1D5-A37F2068CBF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86E4D58-187F-DA9B-1BCD-BD87817F65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A2A5D2C-CE9D-C42B-CFB5-8427A5DB7F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2B85BF-D8E2-4D0F-617F-B933597D38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84585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583BB43F-D5A4-6218-972C-CE136BF134B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2D716CB-1EE7-AD75-6548-414E53297A8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6635B27-1831-2549-8C0D-86519FF876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DE17EF4-E520-559F-9209-F936B2686F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132824-E4FF-49D0-184D-786100E26C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33605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91F08A5-3F4F-A0E4-7507-BD6E2C7ACA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CC16DD6-4EDA-2117-0D3A-EE0651ADF07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3EDAC8E-BCD3-1F56-16CF-A4643AFF640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F7B66A5-A13A-B546-9823-CCBE38328B66}" type="datetimeFigureOut">
              <a:rPr lang="en-US" smtClean="0"/>
              <a:t>1/15/26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869E353-0816-41A1-C254-74785BB401D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88CB88-CA7D-93AD-1D8E-835869B173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D489E0E4-CE5F-F84B-A17F-1996ECEEBD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06019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1.png"/><Relationship Id="rId18" Type="http://schemas.openxmlformats.org/officeDocument/2006/relationships/image" Target="../media/image16.png"/><Relationship Id="rId3" Type="http://schemas.openxmlformats.org/officeDocument/2006/relationships/image" Target="../media/image1.png"/><Relationship Id="rId21" Type="http://schemas.openxmlformats.org/officeDocument/2006/relationships/image" Target="../media/image19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17" Type="http://schemas.openxmlformats.org/officeDocument/2006/relationships/image" Target="../media/image15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4.png"/><Relationship Id="rId20" Type="http://schemas.openxmlformats.org/officeDocument/2006/relationships/image" Target="../media/image18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.jpeg"/><Relationship Id="rId11" Type="http://schemas.openxmlformats.org/officeDocument/2006/relationships/image" Target="../media/image9.png"/><Relationship Id="rId24" Type="http://schemas.openxmlformats.org/officeDocument/2006/relationships/image" Target="../media/image22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23" Type="http://schemas.openxmlformats.org/officeDocument/2006/relationships/image" Target="../media/image21.png"/><Relationship Id="rId10" Type="http://schemas.openxmlformats.org/officeDocument/2006/relationships/image" Target="../media/image8.png"/><Relationship Id="rId19" Type="http://schemas.openxmlformats.org/officeDocument/2006/relationships/image" Target="../media/image17.pn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png"/><Relationship Id="rId22" Type="http://schemas.openxmlformats.org/officeDocument/2006/relationships/image" Target="../media/image20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13" Type="http://schemas.openxmlformats.org/officeDocument/2006/relationships/image" Target="../media/image11.png"/><Relationship Id="rId18" Type="http://schemas.openxmlformats.org/officeDocument/2006/relationships/image" Target="../media/image12.png"/><Relationship Id="rId3" Type="http://schemas.openxmlformats.org/officeDocument/2006/relationships/image" Target="../media/image17.png"/><Relationship Id="rId21" Type="http://schemas.openxmlformats.org/officeDocument/2006/relationships/image" Target="../media/image6.png"/><Relationship Id="rId7" Type="http://schemas.openxmlformats.org/officeDocument/2006/relationships/image" Target="../media/image9.png"/><Relationship Id="rId12" Type="http://schemas.openxmlformats.org/officeDocument/2006/relationships/image" Target="../media/image16.png"/><Relationship Id="rId17" Type="http://schemas.openxmlformats.org/officeDocument/2006/relationships/image" Target="../media/image10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22.png"/><Relationship Id="rId20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4.png"/><Relationship Id="rId5" Type="http://schemas.openxmlformats.org/officeDocument/2006/relationships/image" Target="../media/image1.png"/><Relationship Id="rId15" Type="http://schemas.openxmlformats.org/officeDocument/2006/relationships/image" Target="../media/image21.png"/><Relationship Id="rId23" Type="http://schemas.openxmlformats.org/officeDocument/2006/relationships/image" Target="../media/image2.png"/><Relationship Id="rId10" Type="http://schemas.openxmlformats.org/officeDocument/2006/relationships/image" Target="../media/image19.png"/><Relationship Id="rId19" Type="http://schemas.openxmlformats.org/officeDocument/2006/relationships/image" Target="../media/image13.png"/><Relationship Id="rId4" Type="http://schemas.openxmlformats.org/officeDocument/2006/relationships/image" Target="../media/image3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13" Type="http://schemas.openxmlformats.org/officeDocument/2006/relationships/image" Target="../media/image11.png"/><Relationship Id="rId18" Type="http://schemas.openxmlformats.org/officeDocument/2006/relationships/image" Target="../media/image12.png"/><Relationship Id="rId3" Type="http://schemas.openxmlformats.org/officeDocument/2006/relationships/image" Target="../media/image17.png"/><Relationship Id="rId21" Type="http://schemas.openxmlformats.org/officeDocument/2006/relationships/image" Target="../media/image6.png"/><Relationship Id="rId7" Type="http://schemas.openxmlformats.org/officeDocument/2006/relationships/image" Target="../media/image9.png"/><Relationship Id="rId12" Type="http://schemas.openxmlformats.org/officeDocument/2006/relationships/image" Target="../media/image16.png"/><Relationship Id="rId17" Type="http://schemas.openxmlformats.org/officeDocument/2006/relationships/image" Target="../media/image10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22.png"/><Relationship Id="rId20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4.png"/><Relationship Id="rId5" Type="http://schemas.openxmlformats.org/officeDocument/2006/relationships/image" Target="../media/image1.png"/><Relationship Id="rId15" Type="http://schemas.openxmlformats.org/officeDocument/2006/relationships/image" Target="../media/image21.png"/><Relationship Id="rId23" Type="http://schemas.openxmlformats.org/officeDocument/2006/relationships/image" Target="../media/image2.png"/><Relationship Id="rId10" Type="http://schemas.openxmlformats.org/officeDocument/2006/relationships/image" Target="../media/image19.png"/><Relationship Id="rId19" Type="http://schemas.openxmlformats.org/officeDocument/2006/relationships/image" Target="../media/image13.png"/><Relationship Id="rId4" Type="http://schemas.openxmlformats.org/officeDocument/2006/relationships/image" Target="../media/image3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17.png"/><Relationship Id="rId3" Type="http://schemas.openxmlformats.org/officeDocument/2006/relationships/image" Target="../media/image18.png"/><Relationship Id="rId21" Type="http://schemas.openxmlformats.org/officeDocument/2006/relationships/image" Target="../media/image3.png"/><Relationship Id="rId7" Type="http://schemas.openxmlformats.org/officeDocument/2006/relationships/image" Target="../media/image20.png"/><Relationship Id="rId12" Type="http://schemas.openxmlformats.org/officeDocument/2006/relationships/image" Target="../media/image6.png"/><Relationship Id="rId17" Type="http://schemas.openxmlformats.org/officeDocument/2006/relationships/image" Target="../media/image2.png"/><Relationship Id="rId2" Type="http://schemas.openxmlformats.org/officeDocument/2006/relationships/image" Target="../media/image8.png"/><Relationship Id="rId16" Type="http://schemas.openxmlformats.org/officeDocument/2006/relationships/image" Target="../media/image15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11" Type="http://schemas.openxmlformats.org/officeDocument/2006/relationships/image" Target="../media/image13.png"/><Relationship Id="rId5" Type="http://schemas.openxmlformats.org/officeDocument/2006/relationships/image" Target="../media/image14.png"/><Relationship Id="rId15" Type="http://schemas.openxmlformats.org/officeDocument/2006/relationships/image" Target="../media/image9.png"/><Relationship Id="rId10" Type="http://schemas.openxmlformats.org/officeDocument/2006/relationships/image" Target="../media/image10.png"/><Relationship Id="rId19" Type="http://schemas.openxmlformats.org/officeDocument/2006/relationships/image" Target="../media/image11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1.png"/><Relationship Id="rId22" Type="http://schemas.openxmlformats.org/officeDocument/2006/relationships/image" Target="../media/image5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13" Type="http://schemas.openxmlformats.org/officeDocument/2006/relationships/image" Target="../media/image11.png"/><Relationship Id="rId18" Type="http://schemas.openxmlformats.org/officeDocument/2006/relationships/image" Target="../media/image12.png"/><Relationship Id="rId3" Type="http://schemas.openxmlformats.org/officeDocument/2006/relationships/image" Target="../media/image3.png"/><Relationship Id="rId21" Type="http://schemas.openxmlformats.org/officeDocument/2006/relationships/image" Target="../media/image6.png"/><Relationship Id="rId7" Type="http://schemas.openxmlformats.org/officeDocument/2006/relationships/image" Target="../media/image9.png"/><Relationship Id="rId12" Type="http://schemas.openxmlformats.org/officeDocument/2006/relationships/image" Target="../media/image16.png"/><Relationship Id="rId17" Type="http://schemas.openxmlformats.org/officeDocument/2006/relationships/image" Target="../media/image10.png"/><Relationship Id="rId2" Type="http://schemas.openxmlformats.org/officeDocument/2006/relationships/image" Target="../media/image17.png"/><Relationship Id="rId16" Type="http://schemas.openxmlformats.org/officeDocument/2006/relationships/image" Target="../media/image22.png"/><Relationship Id="rId20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4.png"/><Relationship Id="rId5" Type="http://schemas.openxmlformats.org/officeDocument/2006/relationships/image" Target="../media/image2.png"/><Relationship Id="rId15" Type="http://schemas.openxmlformats.org/officeDocument/2006/relationships/image" Target="../media/image21.png"/><Relationship Id="rId10" Type="http://schemas.openxmlformats.org/officeDocument/2006/relationships/image" Target="../media/image19.png"/><Relationship Id="rId19" Type="http://schemas.openxmlformats.org/officeDocument/2006/relationships/image" Target="../media/image13.png"/><Relationship Id="rId4" Type="http://schemas.openxmlformats.org/officeDocument/2006/relationships/image" Target="../media/image1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17.png"/><Relationship Id="rId3" Type="http://schemas.openxmlformats.org/officeDocument/2006/relationships/image" Target="../media/image18.png"/><Relationship Id="rId21" Type="http://schemas.openxmlformats.org/officeDocument/2006/relationships/image" Target="../media/image3.png"/><Relationship Id="rId7" Type="http://schemas.openxmlformats.org/officeDocument/2006/relationships/image" Target="../media/image20.png"/><Relationship Id="rId12" Type="http://schemas.openxmlformats.org/officeDocument/2006/relationships/image" Target="../media/image6.png"/><Relationship Id="rId17" Type="http://schemas.openxmlformats.org/officeDocument/2006/relationships/image" Target="../media/image2.png"/><Relationship Id="rId2" Type="http://schemas.openxmlformats.org/officeDocument/2006/relationships/image" Target="../media/image8.png"/><Relationship Id="rId16" Type="http://schemas.openxmlformats.org/officeDocument/2006/relationships/image" Target="../media/image15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11" Type="http://schemas.openxmlformats.org/officeDocument/2006/relationships/image" Target="../media/image13.png"/><Relationship Id="rId5" Type="http://schemas.openxmlformats.org/officeDocument/2006/relationships/image" Target="../media/image14.png"/><Relationship Id="rId15" Type="http://schemas.openxmlformats.org/officeDocument/2006/relationships/image" Target="../media/image9.png"/><Relationship Id="rId10" Type="http://schemas.openxmlformats.org/officeDocument/2006/relationships/image" Target="../media/image10.png"/><Relationship Id="rId19" Type="http://schemas.openxmlformats.org/officeDocument/2006/relationships/image" Target="../media/image11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1.png"/><Relationship Id="rId22" Type="http://schemas.openxmlformats.org/officeDocument/2006/relationships/image" Target="../media/image5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.png"/><Relationship Id="rId5" Type="http://schemas.openxmlformats.org/officeDocument/2006/relationships/image" Target="../media/image30.emf"/><Relationship Id="rId4" Type="http://schemas.openxmlformats.org/officeDocument/2006/relationships/image" Target="../media/image29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hyperlink" Target="https://dribbble.com/shots/7182188-Babushka-Boi" TargetMode="External"/><Relationship Id="rId3" Type="http://schemas.openxmlformats.org/officeDocument/2006/relationships/image" Target="../media/image37.jpeg"/><Relationship Id="rId7" Type="http://schemas.openxmlformats.org/officeDocument/2006/relationships/image" Target="../media/image4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D9D4AB-0F54-3654-B0F7-5EC81777C67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Computer Networks and the Internet: An Overview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5841957-979A-32EB-1961-B164E8BDE8F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Chapter 1</a:t>
            </a:r>
          </a:p>
        </p:txBody>
      </p:sp>
    </p:spTree>
    <p:extLst>
      <p:ext uri="{BB962C8B-B14F-4D97-AF65-F5344CB8AC3E}">
        <p14:creationId xmlns:p14="http://schemas.microsoft.com/office/powerpoint/2010/main" val="21522141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755B71-B6DF-713C-D450-14E8AD6750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Roadmap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3FC4A00-672A-A4DC-B4E0-78E14D6B9EE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Internet structure</a:t>
            </a:r>
          </a:p>
          <a:p>
            <a:pPr lvl="1"/>
            <a:r>
              <a:rPr lang="en-US" i="1" dirty="0"/>
              <a:t>overview</a:t>
            </a:r>
          </a:p>
          <a:p>
            <a:pPr lvl="1"/>
            <a:r>
              <a:rPr lang="en-US" i="1" dirty="0"/>
              <a:t>protocols</a:t>
            </a:r>
          </a:p>
          <a:p>
            <a:pPr lvl="1"/>
            <a:r>
              <a:rPr lang="en-US" i="1" dirty="0"/>
              <a:t>core, edge, access</a:t>
            </a:r>
          </a:p>
          <a:p>
            <a:r>
              <a:rPr lang="en-US" dirty="0"/>
              <a:t>Packet vs circuit switching</a:t>
            </a:r>
          </a:p>
          <a:p>
            <a:r>
              <a:rPr lang="en-US" dirty="0"/>
              <a:t>Performance metrics</a:t>
            </a:r>
          </a:p>
          <a:p>
            <a:pPr lvl="1"/>
            <a:r>
              <a:rPr lang="en-US" i="1" dirty="0"/>
              <a:t>loss, delay, throughput</a:t>
            </a:r>
          </a:p>
          <a:p>
            <a:r>
              <a:rPr lang="en-US" dirty="0"/>
              <a:t>Internet layers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262696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"a network engineer"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sp>
        <p:nvSpPr>
          <p:cNvPr id="666" name="Content Placeholder 2">
            <a:extLst>
              <a:ext uri="{FF2B5EF4-FFF2-40B4-BE49-F238E27FC236}">
                <a16:creationId xmlns:a16="http://schemas.microsoft.com/office/drawing/2014/main" id="{B356736A-B49C-8045-8159-87CAE4974452}"/>
              </a:ext>
            </a:extLst>
          </p:cNvPr>
          <p:cNvSpPr txBox="1">
            <a:spLocks/>
          </p:cNvSpPr>
          <p:nvPr/>
        </p:nvSpPr>
        <p:spPr>
          <a:xfrm>
            <a:off x="3142962" y="3134990"/>
            <a:ext cx="3778152" cy="1305077"/>
          </a:xfrm>
          <a:prstGeom prst="rect">
            <a:avLst/>
          </a:prstGeom>
        </p:spPr>
        <p:txBody>
          <a:bodyPr>
            <a:normAutofit/>
          </a:bodyPr>
          <a:lstStyle>
            <a:lvl1pPr marL="347472" indent="-347472" algn="l" defTabSz="914400" rtl="0" eaLnBrk="1" latinLnBrk="0" hangingPunct="1">
              <a:lnSpc>
                <a:spcPct val="90000"/>
              </a:lnSpc>
              <a:spcBef>
                <a:spcPts val="672"/>
              </a:spcBef>
              <a:buClr>
                <a:srgbClr val="002E8A"/>
              </a:buClr>
              <a:buSzPct val="100000"/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1pPr>
            <a:lvl2pPr marL="740664" indent="-283464" algn="l" defTabSz="914400" rtl="0" eaLnBrk="1" latinLnBrk="0" hangingPunct="1">
              <a:lnSpc>
                <a:spcPct val="90000"/>
              </a:lnSpc>
              <a:spcBef>
                <a:spcPts val="528"/>
              </a:spcBef>
              <a:buClr>
                <a:srgbClr val="C00000"/>
              </a:buClr>
              <a:buSzPct val="100000"/>
              <a:buFont typeface="Wingdings" panose="05000000000000000000" pitchFamily="2" charset="2"/>
              <a:buChar char="§"/>
              <a:defRPr sz="2400" kern="1200">
                <a:solidFill>
                  <a:srgbClr val="0070C0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>
                  <a:lumMod val="75000"/>
                </a:schemeClr>
              </a:buClr>
              <a:buSzPct val="100000"/>
              <a:buFont typeface="Wingdings" panose="05000000000000000000" pitchFamily="2" charset="2"/>
              <a:buChar char="§"/>
              <a:defRPr sz="2200" kern="1200">
                <a:solidFill>
                  <a:schemeClr val="accent2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70C0"/>
              </a:buClr>
              <a:buSzPct val="100000"/>
              <a:buFont typeface="Wingdings" panose="05000000000000000000" pitchFamily="2" charset="2"/>
              <a:buChar char="§"/>
              <a:defRPr sz="2000" kern="1200">
                <a:solidFill>
                  <a:srgbClr val="7030A0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A27242"/>
              </a:buClr>
              <a:buSzPct val="100000"/>
              <a:buFont typeface="Wingdings" panose="05000000000000000000" pitchFamily="2" charset="2"/>
              <a:buChar char="§"/>
              <a:defRPr sz="1800" kern="1200">
                <a:solidFill>
                  <a:schemeClr val="accent6">
                    <a:lumMod val="50000"/>
                  </a:schemeClr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 baseline="0">
                <a:solidFill>
                  <a:schemeClr val="accent4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58" indent="0">
              <a:buNone/>
            </a:pPr>
            <a:r>
              <a:rPr lang="en-US" altLang="en-US" sz="2400" i="1" dirty="0">
                <a:solidFill>
                  <a:srgbClr val="C00000"/>
                </a:solidFill>
                <a:latin typeface="+mn-lt"/>
              </a:rPr>
              <a:t>Packet switches</a:t>
            </a:r>
            <a:r>
              <a:rPr lang="en-US" altLang="en-US" sz="2400" dirty="0">
                <a:latin typeface="+mn-lt"/>
              </a:rPr>
              <a:t>: forward packets (chunks of data)</a:t>
            </a:r>
          </a:p>
          <a:p>
            <a:pPr marL="346075" lvl="1" indent="-231775">
              <a:buClr>
                <a:srgbClr val="0000A8"/>
              </a:buClr>
            </a:pPr>
            <a:r>
              <a:rPr lang="en-US" altLang="en-US" sz="2000" i="1" dirty="0">
                <a:solidFill>
                  <a:schemeClr val="tx1"/>
                </a:solidFill>
                <a:latin typeface="+mn-lt"/>
              </a:rPr>
              <a:t>routers</a:t>
            </a:r>
            <a:r>
              <a:rPr lang="en-US" altLang="en-US" sz="2000" dirty="0">
                <a:solidFill>
                  <a:schemeClr val="tx1"/>
                </a:solidFill>
                <a:latin typeface="+mn-lt"/>
              </a:rPr>
              <a:t>, </a:t>
            </a:r>
            <a:r>
              <a:rPr lang="en-US" altLang="en-US" sz="2000" i="1" dirty="0">
                <a:solidFill>
                  <a:schemeClr val="tx1"/>
                </a:solidFill>
                <a:latin typeface="+mn-lt"/>
              </a:rPr>
              <a:t>switches</a:t>
            </a:r>
            <a:endParaRPr lang="en-US" dirty="0">
              <a:solidFill>
                <a:schemeClr val="tx1"/>
              </a:solidFill>
              <a:latin typeface="+mn-lt"/>
            </a:endParaRP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24B3D7B-0A87-684A-8AD5-E426CBAB8D91}"/>
              </a:ext>
            </a:extLst>
          </p:cNvPr>
          <p:cNvGrpSpPr/>
          <p:nvPr/>
        </p:nvGrpSpPr>
        <p:grpSpPr>
          <a:xfrm>
            <a:off x="1297913" y="3314870"/>
            <a:ext cx="1370315" cy="390629"/>
            <a:chOff x="1220207" y="3379800"/>
            <a:chExt cx="1448022" cy="400649"/>
          </a:xfrm>
        </p:grpSpPr>
        <p:grpSp>
          <p:nvGrpSpPr>
            <p:cNvPr id="745" name="Group 744">
              <a:extLst>
                <a:ext uri="{FF2B5EF4-FFF2-40B4-BE49-F238E27FC236}">
                  <a16:creationId xmlns:a16="http://schemas.microsoft.com/office/drawing/2014/main" id="{BBA75EB6-A2DF-8442-902E-889D709A01F1}"/>
                </a:ext>
              </a:extLst>
            </p:cNvPr>
            <p:cNvGrpSpPr/>
            <p:nvPr/>
          </p:nvGrpSpPr>
          <p:grpSpPr>
            <a:xfrm>
              <a:off x="1220207" y="3403733"/>
              <a:ext cx="608897" cy="339238"/>
              <a:chOff x="7493876" y="2774731"/>
              <a:chExt cx="1481958" cy="894622"/>
            </a:xfrm>
          </p:grpSpPr>
          <p:sp>
            <p:nvSpPr>
              <p:cNvPr id="746" name="Freeform 745">
                <a:extLst>
                  <a:ext uri="{FF2B5EF4-FFF2-40B4-BE49-F238E27FC236}">
                    <a16:creationId xmlns:a16="http://schemas.microsoft.com/office/drawing/2014/main" id="{57ECBDF9-CECF-C743-928A-01551F1149A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747" name="Oval 746">
                <a:extLst>
                  <a:ext uri="{FF2B5EF4-FFF2-40B4-BE49-F238E27FC236}">
                    <a16:creationId xmlns:a16="http://schemas.microsoft.com/office/drawing/2014/main" id="{2CED8E12-8866-B24C-8ADD-B298A9E92CB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748" name="Group 747">
                <a:extLst>
                  <a:ext uri="{FF2B5EF4-FFF2-40B4-BE49-F238E27FC236}">
                    <a16:creationId xmlns:a16="http://schemas.microsoft.com/office/drawing/2014/main" id="{B88578A5-178A-394F-A0E8-E56A6CA32F7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9" name="Freeform 748">
                  <a:extLst>
                    <a:ext uri="{FF2B5EF4-FFF2-40B4-BE49-F238E27FC236}">
                      <a16:creationId xmlns:a16="http://schemas.microsoft.com/office/drawing/2014/main" id="{C0BC3D29-EE76-8343-B65A-EA82E9B3D47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0" name="Freeform 749">
                  <a:extLst>
                    <a:ext uri="{FF2B5EF4-FFF2-40B4-BE49-F238E27FC236}">
                      <a16:creationId xmlns:a16="http://schemas.microsoft.com/office/drawing/2014/main" id="{0CE947DD-742E-DB41-8709-8C742E1F31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1" name="Freeform 750">
                  <a:extLst>
                    <a:ext uri="{FF2B5EF4-FFF2-40B4-BE49-F238E27FC236}">
                      <a16:creationId xmlns:a16="http://schemas.microsoft.com/office/drawing/2014/main" id="{4327083F-593C-164C-8B48-4EAC6FFF626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2" name="Freeform 751">
                  <a:extLst>
                    <a:ext uri="{FF2B5EF4-FFF2-40B4-BE49-F238E27FC236}">
                      <a16:creationId xmlns:a16="http://schemas.microsoft.com/office/drawing/2014/main" id="{872F4F49-B007-CF47-9AE7-A2818399B5A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753" name="Group 752">
              <a:extLst>
                <a:ext uri="{FF2B5EF4-FFF2-40B4-BE49-F238E27FC236}">
                  <a16:creationId xmlns:a16="http://schemas.microsoft.com/office/drawing/2014/main" id="{ABB80B22-84B3-E44D-B158-999620842AA7}"/>
                </a:ext>
              </a:extLst>
            </p:cNvPr>
            <p:cNvGrpSpPr/>
            <p:nvPr/>
          </p:nvGrpSpPr>
          <p:grpSpPr>
            <a:xfrm>
              <a:off x="2172962" y="3379800"/>
              <a:ext cx="495267" cy="400649"/>
              <a:chOff x="3668110" y="2448910"/>
              <a:chExt cx="3794234" cy="2165130"/>
            </a:xfrm>
          </p:grpSpPr>
          <p:sp>
            <p:nvSpPr>
              <p:cNvPr id="754" name="Rectangle 753">
                <a:extLst>
                  <a:ext uri="{FF2B5EF4-FFF2-40B4-BE49-F238E27FC236}">
                    <a16:creationId xmlns:a16="http://schemas.microsoft.com/office/drawing/2014/main" id="{87ED6994-8AAE-CE4F-9382-5B72DC8DF390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784A6571-0523-1D4B-BC2E-19620F5C60E1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56" name="Group 755">
                <a:extLst>
                  <a:ext uri="{FF2B5EF4-FFF2-40B4-BE49-F238E27FC236}">
                    <a16:creationId xmlns:a16="http://schemas.microsoft.com/office/drawing/2014/main" id="{040EF2EE-7544-044B-8B2E-5E76FBF3EC4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E671E855-462B-9F48-9621-5EEE15B3935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8" name="Freeform 757">
                  <a:extLst>
                    <a:ext uri="{FF2B5EF4-FFF2-40B4-BE49-F238E27FC236}">
                      <a16:creationId xmlns:a16="http://schemas.microsoft.com/office/drawing/2014/main" id="{E5AE17A8-6FB1-3241-8C26-DCA5087F65E5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9" name="Freeform 758">
                  <a:extLst>
                    <a:ext uri="{FF2B5EF4-FFF2-40B4-BE49-F238E27FC236}">
                      <a16:creationId xmlns:a16="http://schemas.microsoft.com/office/drawing/2014/main" id="{105030C8-02D0-8E46-B13A-AC9E5D59E2C5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0" name="Freeform 759">
                  <a:extLst>
                    <a:ext uri="{FF2B5EF4-FFF2-40B4-BE49-F238E27FC236}">
                      <a16:creationId xmlns:a16="http://schemas.microsoft.com/office/drawing/2014/main" id="{F4B9D081-C772-7E49-BCB3-B3BD733377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65" name="Content Placeholder 2">
            <a:extLst>
              <a:ext uri="{FF2B5EF4-FFF2-40B4-BE49-F238E27FC236}">
                <a16:creationId xmlns:a16="http://schemas.microsoft.com/office/drawing/2014/main" id="{56DCFF71-4A93-554C-87E6-E1CF58A6C86F}"/>
              </a:ext>
            </a:extLst>
          </p:cNvPr>
          <p:cNvSpPr txBox="1">
            <a:spLocks/>
          </p:cNvSpPr>
          <p:nvPr/>
        </p:nvSpPr>
        <p:spPr>
          <a:xfrm>
            <a:off x="3140954" y="3887572"/>
            <a:ext cx="3778152" cy="1994414"/>
          </a:xfrm>
          <a:prstGeom prst="rect">
            <a:avLst/>
          </a:prstGeom>
        </p:spPr>
        <p:txBody>
          <a:bodyPr>
            <a:normAutofit/>
          </a:bodyPr>
          <a:lstStyle>
            <a:lvl1pPr marL="347472" indent="-347472" algn="l" defTabSz="914400" rtl="0" eaLnBrk="1" latinLnBrk="0" hangingPunct="1">
              <a:lnSpc>
                <a:spcPct val="90000"/>
              </a:lnSpc>
              <a:spcBef>
                <a:spcPts val="672"/>
              </a:spcBef>
              <a:buClr>
                <a:srgbClr val="002E8A"/>
              </a:buClr>
              <a:buSzPct val="100000"/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1pPr>
            <a:lvl2pPr marL="740664" indent="-283464" algn="l" defTabSz="914400" rtl="0" eaLnBrk="1" latinLnBrk="0" hangingPunct="1">
              <a:lnSpc>
                <a:spcPct val="90000"/>
              </a:lnSpc>
              <a:spcBef>
                <a:spcPts val="528"/>
              </a:spcBef>
              <a:buClr>
                <a:srgbClr val="C00000"/>
              </a:buClr>
              <a:buSzPct val="100000"/>
              <a:buFont typeface="Wingdings" panose="05000000000000000000" pitchFamily="2" charset="2"/>
              <a:buChar char="§"/>
              <a:defRPr sz="2400" kern="1200">
                <a:solidFill>
                  <a:srgbClr val="0070C0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>
                  <a:lumMod val="75000"/>
                </a:schemeClr>
              </a:buClr>
              <a:buSzPct val="100000"/>
              <a:buFont typeface="Wingdings" panose="05000000000000000000" pitchFamily="2" charset="2"/>
              <a:buChar char="§"/>
              <a:defRPr sz="2200" kern="1200">
                <a:solidFill>
                  <a:schemeClr val="accent2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70C0"/>
              </a:buClr>
              <a:buSzPct val="100000"/>
              <a:buFont typeface="Wingdings" panose="05000000000000000000" pitchFamily="2" charset="2"/>
              <a:buChar char="§"/>
              <a:defRPr sz="2000" kern="1200">
                <a:solidFill>
                  <a:srgbClr val="7030A0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A27242"/>
              </a:buClr>
              <a:buSzPct val="100000"/>
              <a:buFont typeface="Wingdings" panose="05000000000000000000" pitchFamily="2" charset="2"/>
              <a:buChar char="§"/>
              <a:defRPr sz="1800" kern="1200">
                <a:solidFill>
                  <a:schemeClr val="accent6">
                    <a:lumMod val="50000"/>
                  </a:schemeClr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 baseline="0">
                <a:solidFill>
                  <a:schemeClr val="accent4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58" indent="0">
              <a:buNone/>
            </a:pPr>
            <a:endParaRPr lang="en-US" altLang="en-US" dirty="0">
              <a:latin typeface="+mn-lt"/>
              <a:ea typeface="Arial" panose="020B0604020202020204" pitchFamily="34" charset="0"/>
            </a:endParaRPr>
          </a:p>
          <a:p>
            <a:pPr marL="6858" indent="0">
              <a:buClr>
                <a:srgbClr val="0000A8"/>
              </a:buClr>
              <a:buNone/>
            </a:pPr>
            <a:r>
              <a:rPr lang="en-US" altLang="en-US" sz="2400" i="1" dirty="0">
                <a:solidFill>
                  <a:srgbClr val="C00000"/>
                </a:solidFill>
                <a:latin typeface="+mn-lt"/>
                <a:ea typeface="Arial" panose="020B0604020202020204" pitchFamily="34" charset="0"/>
              </a:rPr>
              <a:t>Communication links</a:t>
            </a:r>
          </a:p>
          <a:p>
            <a:pPr marL="346075" lvl="1" indent="-231775">
              <a:buClr>
                <a:srgbClr val="0000A3"/>
              </a:buClr>
            </a:pPr>
            <a:r>
              <a:rPr lang="en-US" altLang="en-US" sz="2000" dirty="0">
                <a:solidFill>
                  <a:schemeClr val="tx1"/>
                </a:solidFill>
                <a:latin typeface="+mn-lt"/>
                <a:ea typeface="Arial" panose="020B0604020202020204" pitchFamily="34" charset="0"/>
              </a:rPr>
              <a:t>fiber, copper, radio, satellite</a:t>
            </a:r>
          </a:p>
          <a:p>
            <a:pPr marL="346075" lvl="1" indent="-231775">
              <a:buClr>
                <a:srgbClr val="0000A3"/>
              </a:buClr>
            </a:pPr>
            <a:r>
              <a:rPr lang="en-US" altLang="en-US" sz="2000" dirty="0">
                <a:solidFill>
                  <a:schemeClr val="tx1"/>
                </a:solidFill>
                <a:latin typeface="+mn-lt"/>
                <a:ea typeface="Arial" panose="020B0604020202020204" pitchFamily="34" charset="0"/>
              </a:rPr>
              <a:t>transmission rate: </a:t>
            </a:r>
            <a:r>
              <a:rPr lang="en-US" altLang="en-US" sz="2000" i="1" dirty="0">
                <a:solidFill>
                  <a:schemeClr val="tx1"/>
                </a:solidFill>
                <a:latin typeface="+mn-lt"/>
                <a:ea typeface="Arial" panose="020B0604020202020204" pitchFamily="34" charset="0"/>
              </a:rPr>
              <a:t>bandwidth</a:t>
            </a:r>
            <a:br>
              <a:rPr lang="en-US" altLang="en-US" sz="2000" i="1" dirty="0">
                <a:solidFill>
                  <a:srgbClr val="C00000"/>
                </a:solidFill>
                <a:latin typeface="+mn-lt"/>
                <a:ea typeface="Arial" panose="020B0604020202020204" pitchFamily="34" charset="0"/>
              </a:rPr>
            </a:br>
            <a:endParaRPr lang="en-US" dirty="0">
              <a:solidFill>
                <a:schemeClr val="tx1"/>
              </a:solidFill>
              <a:latin typeface="+mn-lt"/>
            </a:endParaRPr>
          </a:p>
        </p:txBody>
      </p:sp>
      <p:grpSp>
        <p:nvGrpSpPr>
          <p:cNvPr id="761" name="Group 523">
            <a:extLst>
              <a:ext uri="{FF2B5EF4-FFF2-40B4-BE49-F238E27FC236}">
                <a16:creationId xmlns:a16="http://schemas.microsoft.com/office/drawing/2014/main" id="{3CE85344-DD21-5E4F-AD4D-61319F4B7BB9}"/>
              </a:ext>
            </a:extLst>
          </p:cNvPr>
          <p:cNvGrpSpPr>
            <a:grpSpLocks/>
          </p:cNvGrpSpPr>
          <p:nvPr/>
        </p:nvGrpSpPr>
        <p:grpSpPr bwMode="auto">
          <a:xfrm>
            <a:off x="2428229" y="4322176"/>
            <a:ext cx="457200" cy="733152"/>
            <a:chOff x="6061075" y="1844675"/>
            <a:chExt cx="457200" cy="733152"/>
          </a:xfrm>
        </p:grpSpPr>
        <p:sp>
          <p:nvSpPr>
            <p:cNvPr id="762" name="Line 426">
              <a:extLst>
                <a:ext uri="{FF2B5EF4-FFF2-40B4-BE49-F238E27FC236}">
                  <a16:creationId xmlns:a16="http://schemas.microsoft.com/office/drawing/2014/main" id="{9888E198-7917-2646-B0B1-5204D8AB1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3475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763" name="Group 782">
              <a:extLst>
                <a:ext uri="{FF2B5EF4-FFF2-40B4-BE49-F238E27FC236}">
                  <a16:creationId xmlns:a16="http://schemas.microsoft.com/office/drawing/2014/main" id="{58FC930D-315E-7643-B53D-BAC68BA239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1075" y="1844675"/>
              <a:ext cx="457200" cy="631825"/>
              <a:chOff x="742" y="2409"/>
              <a:chExt cx="576" cy="881"/>
            </a:xfrm>
          </p:grpSpPr>
          <p:grpSp>
            <p:nvGrpSpPr>
              <p:cNvPr id="764" name="Group 783">
                <a:extLst>
                  <a:ext uri="{FF2B5EF4-FFF2-40B4-BE49-F238E27FC236}">
                    <a16:creationId xmlns:a16="http://schemas.microsoft.com/office/drawing/2014/main" id="{A47EEDDE-0CD1-D349-A579-20E32B19F1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767" name="Line 270">
                  <a:extLst>
                    <a:ext uri="{FF2B5EF4-FFF2-40B4-BE49-F238E27FC236}">
                      <a16:creationId xmlns:a16="http://schemas.microsoft.com/office/drawing/2014/main" id="{3180512C-4B0B-7F46-8A7F-667DFFD95C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68" name="Line 271">
                  <a:extLst>
                    <a:ext uri="{FF2B5EF4-FFF2-40B4-BE49-F238E27FC236}">
                      <a16:creationId xmlns:a16="http://schemas.microsoft.com/office/drawing/2014/main" id="{1D8B57FC-DE75-6140-998D-E59C776779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69" name="Line 272">
                  <a:extLst>
                    <a:ext uri="{FF2B5EF4-FFF2-40B4-BE49-F238E27FC236}">
                      <a16:creationId xmlns:a16="http://schemas.microsoft.com/office/drawing/2014/main" id="{0E3A10FA-121E-8F49-BD9A-8D316F4644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0" name="Line 273">
                  <a:extLst>
                    <a:ext uri="{FF2B5EF4-FFF2-40B4-BE49-F238E27FC236}">
                      <a16:creationId xmlns:a16="http://schemas.microsoft.com/office/drawing/2014/main" id="{B03955E7-72EA-E645-BD1F-3A51313D1C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1" name="Line 274">
                  <a:extLst>
                    <a:ext uri="{FF2B5EF4-FFF2-40B4-BE49-F238E27FC236}">
                      <a16:creationId xmlns:a16="http://schemas.microsoft.com/office/drawing/2014/main" id="{987291A3-F28E-B54C-9A3A-6A39ECE4F6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2" name="Line 275">
                  <a:extLst>
                    <a:ext uri="{FF2B5EF4-FFF2-40B4-BE49-F238E27FC236}">
                      <a16:creationId xmlns:a16="http://schemas.microsoft.com/office/drawing/2014/main" id="{628A289C-66A4-B640-8048-E92DF98B9F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3" name="Line 276">
                  <a:extLst>
                    <a:ext uri="{FF2B5EF4-FFF2-40B4-BE49-F238E27FC236}">
                      <a16:creationId xmlns:a16="http://schemas.microsoft.com/office/drawing/2014/main" id="{D4C14A7E-7E0D-1A4E-BDD8-CE26384AD6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4" name="Line 277">
                  <a:extLst>
                    <a:ext uri="{FF2B5EF4-FFF2-40B4-BE49-F238E27FC236}">
                      <a16:creationId xmlns:a16="http://schemas.microsoft.com/office/drawing/2014/main" id="{4292F8B0-C0F4-1245-BD1E-5A8D246809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5" name="Line 278">
                  <a:extLst>
                    <a:ext uri="{FF2B5EF4-FFF2-40B4-BE49-F238E27FC236}">
                      <a16:creationId xmlns:a16="http://schemas.microsoft.com/office/drawing/2014/main" id="{86843223-BFA3-8941-8F39-7E3A1DF198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6" name="Line 279">
                  <a:extLst>
                    <a:ext uri="{FF2B5EF4-FFF2-40B4-BE49-F238E27FC236}">
                      <a16:creationId xmlns:a16="http://schemas.microsoft.com/office/drawing/2014/main" id="{EB2A9D49-3E36-D849-8C87-89AF5AD76B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7" name="Line 280">
                  <a:extLst>
                    <a:ext uri="{FF2B5EF4-FFF2-40B4-BE49-F238E27FC236}">
                      <a16:creationId xmlns:a16="http://schemas.microsoft.com/office/drawing/2014/main" id="{76DF3186-C8BB-8C47-B549-17970E80E6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8" name="Line 281">
                  <a:extLst>
                    <a:ext uri="{FF2B5EF4-FFF2-40B4-BE49-F238E27FC236}">
                      <a16:creationId xmlns:a16="http://schemas.microsoft.com/office/drawing/2014/main" id="{5B3421DE-180E-CD4B-B22F-7BCD908C8C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79" name="Line 282">
                  <a:extLst>
                    <a:ext uri="{FF2B5EF4-FFF2-40B4-BE49-F238E27FC236}">
                      <a16:creationId xmlns:a16="http://schemas.microsoft.com/office/drawing/2014/main" id="{8771C100-8213-7D42-865F-6E0936A209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80" name="Line 283">
                  <a:extLst>
                    <a:ext uri="{FF2B5EF4-FFF2-40B4-BE49-F238E27FC236}">
                      <a16:creationId xmlns:a16="http://schemas.microsoft.com/office/drawing/2014/main" id="{D8E2062E-A026-E143-A095-B86CAAABCA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781" name="Line 284">
                  <a:extLst>
                    <a:ext uri="{FF2B5EF4-FFF2-40B4-BE49-F238E27FC236}">
                      <a16:creationId xmlns:a16="http://schemas.microsoft.com/office/drawing/2014/main" id="{EA0BC754-B5B5-1E4B-B9C6-EAFBFE7E44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pic>
            <p:nvPicPr>
              <p:cNvPr id="765" name="Picture 799" descr="cell_tower_radiation copy">
                <a:extLst>
                  <a:ext uri="{FF2B5EF4-FFF2-40B4-BE49-F238E27FC236}">
                    <a16:creationId xmlns:a16="http://schemas.microsoft.com/office/drawing/2014/main" id="{AED3D0BD-C212-E844-B1BC-E1FA00DEC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66" name="Oval 800">
                <a:extLst>
                  <a:ext uri="{FF2B5EF4-FFF2-40B4-BE49-F238E27FC236}">
                    <a16:creationId xmlns:a16="http://schemas.microsoft.com/office/drawing/2014/main" id="{36C4F605-E562-D44F-B04E-2154B84D3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2" name="Group 779">
            <a:extLst>
              <a:ext uri="{FF2B5EF4-FFF2-40B4-BE49-F238E27FC236}">
                <a16:creationId xmlns:a16="http://schemas.microsoft.com/office/drawing/2014/main" id="{4D090097-C44B-8A45-AB77-7AF215F1B545}"/>
              </a:ext>
            </a:extLst>
          </p:cNvPr>
          <p:cNvGrpSpPr>
            <a:grpSpLocks/>
          </p:cNvGrpSpPr>
          <p:nvPr/>
        </p:nvGrpSpPr>
        <p:grpSpPr bwMode="auto">
          <a:xfrm>
            <a:off x="972848" y="4525966"/>
            <a:ext cx="452014" cy="316353"/>
            <a:chOff x="2967" y="478"/>
            <a:chExt cx="788" cy="625"/>
          </a:xfrm>
        </p:grpSpPr>
        <p:pic>
          <p:nvPicPr>
            <p:cNvPr id="783" name="Picture 780" descr="access_point_stylized_small">
              <a:extLst>
                <a:ext uri="{FF2B5EF4-FFF2-40B4-BE49-F238E27FC236}">
                  <a16:creationId xmlns:a16="http://schemas.microsoft.com/office/drawing/2014/main" id="{1F07554B-D715-0D4E-AAF0-488CEBA86E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4" name="Picture 781" descr="antenna_radiation_stylized">
              <a:extLst>
                <a:ext uri="{FF2B5EF4-FFF2-40B4-BE49-F238E27FC236}">
                  <a16:creationId xmlns:a16="http://schemas.microsoft.com/office/drawing/2014/main" id="{8C3F87E8-E561-1F45-A0CC-59530C690E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028" name="Picture 4" descr="Image result for Ethernet cable">
            <a:extLst>
              <a:ext uri="{FF2B5EF4-FFF2-40B4-BE49-F238E27FC236}">
                <a16:creationId xmlns:a16="http://schemas.microsoft.com/office/drawing/2014/main" id="{4D6709F1-B65B-CB40-900E-0CC03ABDCB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6310" y="4500790"/>
            <a:ext cx="874495" cy="5133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64" name="Content Placeholder 2">
            <a:extLst>
              <a:ext uri="{FF2B5EF4-FFF2-40B4-BE49-F238E27FC236}">
                <a16:creationId xmlns:a16="http://schemas.microsoft.com/office/drawing/2014/main" id="{DCE6B56E-C2B5-5B4B-AB11-E2D353C0D14D}"/>
              </a:ext>
            </a:extLst>
          </p:cNvPr>
          <p:cNvSpPr txBox="1">
            <a:spLocks/>
          </p:cNvSpPr>
          <p:nvPr/>
        </p:nvSpPr>
        <p:spPr>
          <a:xfrm>
            <a:off x="3142484" y="1318241"/>
            <a:ext cx="3889199" cy="1705461"/>
          </a:xfrm>
          <a:prstGeom prst="rect">
            <a:avLst/>
          </a:prstGeom>
        </p:spPr>
        <p:txBody>
          <a:bodyPr>
            <a:normAutofit/>
          </a:bodyPr>
          <a:lstStyle>
            <a:lvl1pPr marL="347472" indent="-347472" algn="l" defTabSz="914400" rtl="0" eaLnBrk="1" latinLnBrk="0" hangingPunct="1">
              <a:lnSpc>
                <a:spcPct val="90000"/>
              </a:lnSpc>
              <a:spcBef>
                <a:spcPts val="672"/>
              </a:spcBef>
              <a:buClr>
                <a:srgbClr val="002E8A"/>
              </a:buClr>
              <a:buSzPct val="100000"/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1pPr>
            <a:lvl2pPr marL="740664" indent="-283464" algn="l" defTabSz="914400" rtl="0" eaLnBrk="1" latinLnBrk="0" hangingPunct="1">
              <a:lnSpc>
                <a:spcPct val="90000"/>
              </a:lnSpc>
              <a:spcBef>
                <a:spcPts val="528"/>
              </a:spcBef>
              <a:buClr>
                <a:srgbClr val="C00000"/>
              </a:buClr>
              <a:buSzPct val="100000"/>
              <a:buFont typeface="Wingdings" panose="05000000000000000000" pitchFamily="2" charset="2"/>
              <a:buChar char="§"/>
              <a:defRPr sz="2400" kern="1200">
                <a:solidFill>
                  <a:srgbClr val="0070C0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>
                  <a:lumMod val="75000"/>
                </a:schemeClr>
              </a:buClr>
              <a:buSzPct val="100000"/>
              <a:buFont typeface="Wingdings" panose="05000000000000000000" pitchFamily="2" charset="2"/>
              <a:buChar char="§"/>
              <a:defRPr sz="2200" kern="1200">
                <a:solidFill>
                  <a:schemeClr val="accent2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70C0"/>
              </a:buClr>
              <a:buSzPct val="100000"/>
              <a:buFont typeface="Wingdings" panose="05000000000000000000" pitchFamily="2" charset="2"/>
              <a:buChar char="§"/>
              <a:defRPr sz="2000" kern="1200">
                <a:solidFill>
                  <a:srgbClr val="7030A0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A27242"/>
              </a:buClr>
              <a:buSzPct val="100000"/>
              <a:buFont typeface="Wingdings" panose="05000000000000000000" pitchFamily="2" charset="2"/>
              <a:buChar char="§"/>
              <a:defRPr sz="1800" kern="1200">
                <a:solidFill>
                  <a:schemeClr val="accent6">
                    <a:lumMod val="50000"/>
                  </a:schemeClr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 baseline="0">
                <a:solidFill>
                  <a:schemeClr val="accent4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15000"/>
              </a:spcBef>
              <a:buClr>
                <a:srgbClr val="0000A8"/>
              </a:buClr>
              <a:buNone/>
            </a:pPr>
            <a:r>
              <a:rPr lang="en-US" altLang="en-US" sz="2400" dirty="0">
                <a:latin typeface="+mn-lt"/>
              </a:rPr>
              <a:t>Billions of connected computing </a:t>
            </a:r>
            <a:r>
              <a:rPr lang="en-US" altLang="en-US" sz="2400" i="1" dirty="0">
                <a:solidFill>
                  <a:srgbClr val="C00000"/>
                </a:solidFill>
                <a:latin typeface="+mn-lt"/>
              </a:rPr>
              <a:t>devices</a:t>
            </a:r>
            <a:r>
              <a:rPr lang="en-US" altLang="en-US" sz="2400" dirty="0">
                <a:latin typeface="+mn-lt"/>
              </a:rPr>
              <a:t>: </a:t>
            </a:r>
          </a:p>
          <a:p>
            <a:pPr marL="346075" lvl="1" indent="-231775">
              <a:spcBef>
                <a:spcPct val="15000"/>
              </a:spcBef>
              <a:buClr>
                <a:srgbClr val="0000A3"/>
              </a:buClr>
            </a:pPr>
            <a:r>
              <a:rPr lang="en-US" altLang="en-US" sz="2000" i="1" dirty="0">
                <a:solidFill>
                  <a:srgbClr val="C00000"/>
                </a:solidFill>
                <a:latin typeface="+mn-lt"/>
                <a:ea typeface="MS PGothic" panose="020B0600070205080204" pitchFamily="34" charset="-128"/>
              </a:rPr>
              <a:t>hosts</a:t>
            </a:r>
            <a:r>
              <a:rPr lang="en-US" altLang="en-US" sz="2000" i="1" dirty="0">
                <a:solidFill>
                  <a:srgbClr val="CC0000"/>
                </a:solidFill>
                <a:latin typeface="+mn-lt"/>
                <a:ea typeface="MS PGothic" panose="020B0600070205080204" pitchFamily="34" charset="-128"/>
              </a:rPr>
              <a:t> </a:t>
            </a:r>
            <a:r>
              <a:rPr lang="en-US" altLang="en-US" sz="2000" i="1" dirty="0">
                <a:solidFill>
                  <a:schemeClr val="tx1"/>
                </a:solidFill>
                <a:latin typeface="+mn-lt"/>
                <a:ea typeface="MS PGothic" panose="020B0600070205080204" pitchFamily="34" charset="-128"/>
              </a:rPr>
              <a:t>= end systems </a:t>
            </a:r>
          </a:p>
          <a:p>
            <a:pPr marL="346075" lvl="1" indent="-231775">
              <a:buClr>
                <a:srgbClr val="0000A3"/>
              </a:buClr>
            </a:pPr>
            <a:r>
              <a:rPr lang="en-US" altLang="en-US" sz="2000" dirty="0">
                <a:solidFill>
                  <a:schemeClr val="tx1"/>
                </a:solidFill>
                <a:latin typeface="+mn-lt"/>
                <a:ea typeface="Arial" panose="020B0604020202020204" pitchFamily="34" charset="0"/>
              </a:rPr>
              <a:t>running </a:t>
            </a:r>
            <a:r>
              <a:rPr lang="en-US" altLang="en-US" sz="2000" i="1" dirty="0">
                <a:solidFill>
                  <a:schemeClr val="tx1"/>
                </a:solidFill>
                <a:latin typeface="+mn-lt"/>
                <a:ea typeface="Arial" panose="020B0604020202020204" pitchFamily="34" charset="0"/>
              </a:rPr>
              <a:t>network </a:t>
            </a:r>
            <a:r>
              <a:rPr lang="en-US" altLang="en-US" sz="2000" i="1" dirty="0">
                <a:solidFill>
                  <a:srgbClr val="C00000"/>
                </a:solidFill>
                <a:latin typeface="+mn-lt"/>
                <a:ea typeface="Arial" panose="020B0604020202020204" pitchFamily="34" charset="0"/>
              </a:rPr>
              <a:t>apps </a:t>
            </a:r>
            <a:r>
              <a:rPr lang="en-US" altLang="en-US" sz="2000" dirty="0">
                <a:solidFill>
                  <a:schemeClr val="tx1"/>
                </a:solidFill>
                <a:latin typeface="+mn-lt"/>
                <a:ea typeface="Arial" panose="020B0604020202020204" pitchFamily="34" charset="0"/>
              </a:rPr>
              <a:t>at Internet’s “edge”</a:t>
            </a:r>
          </a:p>
        </p:txBody>
      </p:sp>
      <p:grpSp>
        <p:nvGrpSpPr>
          <p:cNvPr id="1027" name="Group 1026">
            <a:extLst>
              <a:ext uri="{FF2B5EF4-FFF2-40B4-BE49-F238E27FC236}">
                <a16:creationId xmlns:a16="http://schemas.microsoft.com/office/drawing/2014/main" id="{8BBA7298-062F-6A4B-87BC-7B7336FE4AE0}"/>
              </a:ext>
            </a:extLst>
          </p:cNvPr>
          <p:cNvGrpSpPr/>
          <p:nvPr/>
        </p:nvGrpSpPr>
        <p:grpSpPr>
          <a:xfrm>
            <a:off x="413554" y="1342201"/>
            <a:ext cx="2520730" cy="1345159"/>
            <a:chOff x="177500" y="1428021"/>
            <a:chExt cx="2679234" cy="1453172"/>
          </a:xfrm>
        </p:grpSpPr>
        <p:grpSp>
          <p:nvGrpSpPr>
            <p:cNvPr id="667" name="Group 1064">
              <a:extLst>
                <a:ext uri="{FF2B5EF4-FFF2-40B4-BE49-F238E27FC236}">
                  <a16:creationId xmlns:a16="http://schemas.microsoft.com/office/drawing/2014/main" id="{5022FF17-4E4A-B546-8D5E-67340101EF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28805" y="1490654"/>
              <a:ext cx="627929" cy="611023"/>
              <a:chOff x="877" y="1008"/>
              <a:chExt cx="2747" cy="2591"/>
            </a:xfrm>
          </p:grpSpPr>
          <p:pic>
            <p:nvPicPr>
              <p:cNvPr id="668" name="Picture 1065" descr="antenna_stylized">
                <a:extLst>
                  <a:ext uri="{FF2B5EF4-FFF2-40B4-BE49-F238E27FC236}">
                    <a16:creationId xmlns:a16="http://schemas.microsoft.com/office/drawing/2014/main" id="{B702F2D6-4760-AE4A-8D39-6444C3C22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9" name="Picture 1066" descr="laptop_keyboard">
                <a:extLst>
                  <a:ext uri="{FF2B5EF4-FFF2-40B4-BE49-F238E27FC236}">
                    <a16:creationId xmlns:a16="http://schemas.microsoft.com/office/drawing/2014/main" id="{6F83D117-2593-C242-A397-BA633102C7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0" name="Freeform 1067">
                <a:extLst>
                  <a:ext uri="{FF2B5EF4-FFF2-40B4-BE49-F238E27FC236}">
                    <a16:creationId xmlns:a16="http://schemas.microsoft.com/office/drawing/2014/main" id="{A08BD328-7EC2-6143-96A3-54C445A89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671" name="Picture 1068" descr="screen">
                <a:extLst>
                  <a:ext uri="{FF2B5EF4-FFF2-40B4-BE49-F238E27FC236}">
                    <a16:creationId xmlns:a16="http://schemas.microsoft.com/office/drawing/2014/main" id="{2730AE22-E399-F741-992E-07BB83061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2" name="Freeform 1069">
                <a:extLst>
                  <a:ext uri="{FF2B5EF4-FFF2-40B4-BE49-F238E27FC236}">
                    <a16:creationId xmlns:a16="http://schemas.microsoft.com/office/drawing/2014/main" id="{A44AEC1A-DDEF-8649-ACEF-C31525DC4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73" name="Freeform 1070">
                <a:extLst>
                  <a:ext uri="{FF2B5EF4-FFF2-40B4-BE49-F238E27FC236}">
                    <a16:creationId xmlns:a16="http://schemas.microsoft.com/office/drawing/2014/main" id="{5853CB23-D335-0343-9001-8E1A2BD6E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74" name="Freeform 1071">
                <a:extLst>
                  <a:ext uri="{FF2B5EF4-FFF2-40B4-BE49-F238E27FC236}">
                    <a16:creationId xmlns:a16="http://schemas.microsoft.com/office/drawing/2014/main" id="{9B0951B7-0F7D-9C4B-B650-994FE73C2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75" name="Freeform 1072">
                <a:extLst>
                  <a:ext uri="{FF2B5EF4-FFF2-40B4-BE49-F238E27FC236}">
                    <a16:creationId xmlns:a16="http://schemas.microsoft.com/office/drawing/2014/main" id="{33FCA0B6-1595-5249-B422-13CD8769D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76" name="Freeform 1073">
                <a:extLst>
                  <a:ext uri="{FF2B5EF4-FFF2-40B4-BE49-F238E27FC236}">
                    <a16:creationId xmlns:a16="http://schemas.microsoft.com/office/drawing/2014/main" id="{F62240FB-2C21-464F-A37A-3A22AA3F6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77" name="Freeform 1074">
                <a:extLst>
                  <a:ext uri="{FF2B5EF4-FFF2-40B4-BE49-F238E27FC236}">
                    <a16:creationId xmlns:a16="http://schemas.microsoft.com/office/drawing/2014/main" id="{1C4D12B9-3576-0C40-A5F3-E88CED5A6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678" name="Group 1075">
                <a:extLst>
                  <a:ext uri="{FF2B5EF4-FFF2-40B4-BE49-F238E27FC236}">
                    <a16:creationId xmlns:a16="http://schemas.microsoft.com/office/drawing/2014/main" id="{ED887E1E-DD70-534D-8096-6A84457968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685" name="Freeform 1076">
                  <a:extLst>
                    <a:ext uri="{FF2B5EF4-FFF2-40B4-BE49-F238E27FC236}">
                      <a16:creationId xmlns:a16="http://schemas.microsoft.com/office/drawing/2014/main" id="{16EAA6DD-B1A8-144B-9226-221860B2C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6" name="Freeform 1077">
                  <a:extLst>
                    <a:ext uri="{FF2B5EF4-FFF2-40B4-BE49-F238E27FC236}">
                      <a16:creationId xmlns:a16="http://schemas.microsoft.com/office/drawing/2014/main" id="{66B6CABD-230C-7243-A78E-898BA47EF0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7" name="Freeform 1078">
                  <a:extLst>
                    <a:ext uri="{FF2B5EF4-FFF2-40B4-BE49-F238E27FC236}">
                      <a16:creationId xmlns:a16="http://schemas.microsoft.com/office/drawing/2014/main" id="{4CC52902-7299-9D44-8559-C2ED9AE5E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8" name="Freeform 1079">
                  <a:extLst>
                    <a:ext uri="{FF2B5EF4-FFF2-40B4-BE49-F238E27FC236}">
                      <a16:creationId xmlns:a16="http://schemas.microsoft.com/office/drawing/2014/main" id="{11ABD305-4F14-BC40-BD6A-352B5CDB3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9" name="Freeform 1080">
                  <a:extLst>
                    <a:ext uri="{FF2B5EF4-FFF2-40B4-BE49-F238E27FC236}">
                      <a16:creationId xmlns:a16="http://schemas.microsoft.com/office/drawing/2014/main" id="{17190967-E1E6-5043-B08E-8AC745D8F2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90" name="Freeform 1081">
                  <a:extLst>
                    <a:ext uri="{FF2B5EF4-FFF2-40B4-BE49-F238E27FC236}">
                      <a16:creationId xmlns:a16="http://schemas.microsoft.com/office/drawing/2014/main" id="{263B67CA-6E08-194D-A17F-B5F081E96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679" name="Freeform 1082">
                <a:extLst>
                  <a:ext uri="{FF2B5EF4-FFF2-40B4-BE49-F238E27FC236}">
                    <a16:creationId xmlns:a16="http://schemas.microsoft.com/office/drawing/2014/main" id="{0B9D92C1-58EA-3545-8372-C7FB45D45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80" name="Freeform 1083">
                <a:extLst>
                  <a:ext uri="{FF2B5EF4-FFF2-40B4-BE49-F238E27FC236}">
                    <a16:creationId xmlns:a16="http://schemas.microsoft.com/office/drawing/2014/main" id="{8891C4B3-775A-5D4B-8605-353D88CA8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81" name="Freeform 1084">
                <a:extLst>
                  <a:ext uri="{FF2B5EF4-FFF2-40B4-BE49-F238E27FC236}">
                    <a16:creationId xmlns:a16="http://schemas.microsoft.com/office/drawing/2014/main" id="{15D3C69E-0271-3E43-9366-2C696E0D6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82" name="Freeform 1085">
                <a:extLst>
                  <a:ext uri="{FF2B5EF4-FFF2-40B4-BE49-F238E27FC236}">
                    <a16:creationId xmlns:a16="http://schemas.microsoft.com/office/drawing/2014/main" id="{ADD26EEC-6896-C548-A843-E80F9DCD7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83" name="Freeform 1086">
                <a:extLst>
                  <a:ext uri="{FF2B5EF4-FFF2-40B4-BE49-F238E27FC236}">
                    <a16:creationId xmlns:a16="http://schemas.microsoft.com/office/drawing/2014/main" id="{E53FD945-5CCA-D946-AE8F-F0FAEF2D2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684" name="Freeform 1087">
                <a:extLst>
                  <a:ext uri="{FF2B5EF4-FFF2-40B4-BE49-F238E27FC236}">
                    <a16:creationId xmlns:a16="http://schemas.microsoft.com/office/drawing/2014/main" id="{0F3817C7-9A9B-0646-B0B3-A73EFFAB4B2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691" name="Group 652">
              <a:extLst>
                <a:ext uri="{FF2B5EF4-FFF2-40B4-BE49-F238E27FC236}">
                  <a16:creationId xmlns:a16="http://schemas.microsoft.com/office/drawing/2014/main" id="{9D2EACAC-DF98-DA4A-AE3F-51E8DD2B4C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87669" y="1611378"/>
              <a:ext cx="511595" cy="419441"/>
              <a:chOff x="2751" y="1851"/>
              <a:chExt cx="462" cy="478"/>
            </a:xfrm>
          </p:grpSpPr>
          <p:pic>
            <p:nvPicPr>
              <p:cNvPr id="692" name="Picture 653" descr="iphone_stylized_small">
                <a:extLst>
                  <a:ext uri="{FF2B5EF4-FFF2-40B4-BE49-F238E27FC236}">
                    <a16:creationId xmlns:a16="http://schemas.microsoft.com/office/drawing/2014/main" id="{740341C1-662D-A34D-8611-03419E5337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3" name="Picture 654" descr="antenna_radiation_stylized">
                <a:extLst>
                  <a:ext uri="{FF2B5EF4-FFF2-40B4-BE49-F238E27FC236}">
                    <a16:creationId xmlns:a16="http://schemas.microsoft.com/office/drawing/2014/main" id="{91137A94-E2FE-3745-A6A1-7032FFAD3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95" name="Group 694">
              <a:extLst>
                <a:ext uri="{FF2B5EF4-FFF2-40B4-BE49-F238E27FC236}">
                  <a16:creationId xmlns:a16="http://schemas.microsoft.com/office/drawing/2014/main" id="{8A1A4F59-101C-5A44-9353-F4F7B7B5C271}"/>
                </a:ext>
              </a:extLst>
            </p:cNvPr>
            <p:cNvGrpSpPr/>
            <p:nvPr/>
          </p:nvGrpSpPr>
          <p:grpSpPr>
            <a:xfrm>
              <a:off x="1346422" y="2111586"/>
              <a:ext cx="580012" cy="769607"/>
              <a:chOff x="7797061" y="3296104"/>
              <a:chExt cx="347997" cy="396620"/>
            </a:xfrm>
          </p:grpSpPr>
          <p:pic>
            <p:nvPicPr>
              <p:cNvPr id="696" name="Picture 571" descr="fridge2.png">
                <a:extLst>
                  <a:ext uri="{FF2B5EF4-FFF2-40B4-BE49-F238E27FC236}">
                    <a16:creationId xmlns:a16="http://schemas.microsoft.com/office/drawing/2014/main" id="{E4504F14-C086-2648-AE25-9099DA319E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7" name="Picture 1115" descr="antenna_stylized">
                <a:extLst>
                  <a:ext uri="{FF2B5EF4-FFF2-40B4-BE49-F238E27FC236}">
                    <a16:creationId xmlns:a16="http://schemas.microsoft.com/office/drawing/2014/main" id="{DBC8EDC7-746D-2C4D-9A17-8EB8D63AD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98" name="Group 950">
              <a:extLst>
                <a:ext uri="{FF2B5EF4-FFF2-40B4-BE49-F238E27FC236}">
                  <a16:creationId xmlns:a16="http://schemas.microsoft.com/office/drawing/2014/main" id="{7B618E2E-A39F-B846-A9D4-9090544DC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136" y="2414197"/>
              <a:ext cx="228492" cy="436354"/>
              <a:chOff x="4140" y="429"/>
              <a:chExt cx="1425" cy="2396"/>
            </a:xfrm>
          </p:grpSpPr>
          <p:sp>
            <p:nvSpPr>
              <p:cNvPr id="699" name="Freeform 951">
                <a:extLst>
                  <a:ext uri="{FF2B5EF4-FFF2-40B4-BE49-F238E27FC236}">
                    <a16:creationId xmlns:a16="http://schemas.microsoft.com/office/drawing/2014/main" id="{81580889-B794-4446-8951-1A0DB18A0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00" name="Rectangle 952">
                <a:extLst>
                  <a:ext uri="{FF2B5EF4-FFF2-40B4-BE49-F238E27FC236}">
                    <a16:creationId xmlns:a16="http://schemas.microsoft.com/office/drawing/2014/main" id="{13058817-CDE6-2646-BD08-C280F5000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701" name="Freeform 953">
                <a:extLst>
                  <a:ext uri="{FF2B5EF4-FFF2-40B4-BE49-F238E27FC236}">
                    <a16:creationId xmlns:a16="http://schemas.microsoft.com/office/drawing/2014/main" id="{0ECC32FC-E1D8-2F43-935A-C6D3F862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02" name="Freeform 954">
                <a:extLst>
                  <a:ext uri="{FF2B5EF4-FFF2-40B4-BE49-F238E27FC236}">
                    <a16:creationId xmlns:a16="http://schemas.microsoft.com/office/drawing/2014/main" id="{F5DA1565-D316-C449-BE52-133DC9DB4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03" name="Rectangle 955">
                <a:extLst>
                  <a:ext uri="{FF2B5EF4-FFF2-40B4-BE49-F238E27FC236}">
                    <a16:creationId xmlns:a16="http://schemas.microsoft.com/office/drawing/2014/main" id="{5F33C1DF-29B7-2D44-990C-5CEAB4757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grpSp>
            <p:nvGrpSpPr>
              <p:cNvPr id="704" name="Group 956">
                <a:extLst>
                  <a:ext uri="{FF2B5EF4-FFF2-40B4-BE49-F238E27FC236}">
                    <a16:creationId xmlns:a16="http://schemas.microsoft.com/office/drawing/2014/main" id="{9F311C1D-F353-2947-854E-B69FE0FD86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29" name="AutoShape 957">
                  <a:extLst>
                    <a:ext uri="{FF2B5EF4-FFF2-40B4-BE49-F238E27FC236}">
                      <a16:creationId xmlns:a16="http://schemas.microsoft.com/office/drawing/2014/main" id="{516D1518-AD10-9A4F-9242-B6A1E5270E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30" name="AutoShape 958">
                  <a:extLst>
                    <a:ext uri="{FF2B5EF4-FFF2-40B4-BE49-F238E27FC236}">
                      <a16:creationId xmlns:a16="http://schemas.microsoft.com/office/drawing/2014/main" id="{13A777B3-EDB4-DE4D-867B-3D1BAB79C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705" name="Rectangle 959">
                <a:extLst>
                  <a:ext uri="{FF2B5EF4-FFF2-40B4-BE49-F238E27FC236}">
                    <a16:creationId xmlns:a16="http://schemas.microsoft.com/office/drawing/2014/main" id="{ABBF2549-7C28-A54A-92DF-235966861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grpSp>
            <p:nvGrpSpPr>
              <p:cNvPr id="706" name="Group 960">
                <a:extLst>
                  <a:ext uri="{FF2B5EF4-FFF2-40B4-BE49-F238E27FC236}">
                    <a16:creationId xmlns:a16="http://schemas.microsoft.com/office/drawing/2014/main" id="{0F04C3BD-023C-EC43-A70A-3034892DB3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27" name="AutoShape 961">
                  <a:extLst>
                    <a:ext uri="{FF2B5EF4-FFF2-40B4-BE49-F238E27FC236}">
                      <a16:creationId xmlns:a16="http://schemas.microsoft.com/office/drawing/2014/main" id="{296AE61C-5065-8B46-9B82-47F15AF7F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8" name="AutoShape 962">
                  <a:extLst>
                    <a:ext uri="{FF2B5EF4-FFF2-40B4-BE49-F238E27FC236}">
                      <a16:creationId xmlns:a16="http://schemas.microsoft.com/office/drawing/2014/main" id="{53D8E0CC-D820-E146-A130-C72FC95E30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707" name="Rectangle 963">
                <a:extLst>
                  <a:ext uri="{FF2B5EF4-FFF2-40B4-BE49-F238E27FC236}">
                    <a16:creationId xmlns:a16="http://schemas.microsoft.com/office/drawing/2014/main" id="{4B57531B-B596-5544-9528-BFD23FCF4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708" name="Rectangle 964">
                <a:extLst>
                  <a:ext uri="{FF2B5EF4-FFF2-40B4-BE49-F238E27FC236}">
                    <a16:creationId xmlns:a16="http://schemas.microsoft.com/office/drawing/2014/main" id="{50D26A27-3EA2-6740-9E67-0818730A8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grpSp>
            <p:nvGrpSpPr>
              <p:cNvPr id="709" name="Group 965">
                <a:extLst>
                  <a:ext uri="{FF2B5EF4-FFF2-40B4-BE49-F238E27FC236}">
                    <a16:creationId xmlns:a16="http://schemas.microsoft.com/office/drawing/2014/main" id="{778BB7A9-22A2-1048-B18B-F862B25984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25" name="AutoShape 966">
                  <a:extLst>
                    <a:ext uri="{FF2B5EF4-FFF2-40B4-BE49-F238E27FC236}">
                      <a16:creationId xmlns:a16="http://schemas.microsoft.com/office/drawing/2014/main" id="{3CF2188D-8154-074B-A17A-44933C64F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6" name="AutoShape 967">
                  <a:extLst>
                    <a:ext uri="{FF2B5EF4-FFF2-40B4-BE49-F238E27FC236}">
                      <a16:creationId xmlns:a16="http://schemas.microsoft.com/office/drawing/2014/main" id="{2C883BF5-FF0C-B44B-861D-11BD20501B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710" name="Freeform 968">
                <a:extLst>
                  <a:ext uri="{FF2B5EF4-FFF2-40B4-BE49-F238E27FC236}">
                    <a16:creationId xmlns:a16="http://schemas.microsoft.com/office/drawing/2014/main" id="{90E801C3-1EB3-074D-9BBD-AE81B8AA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11" name="Group 969">
                <a:extLst>
                  <a:ext uri="{FF2B5EF4-FFF2-40B4-BE49-F238E27FC236}">
                    <a16:creationId xmlns:a16="http://schemas.microsoft.com/office/drawing/2014/main" id="{0B861F6D-6B6D-3044-B744-64935AA258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23" name="AutoShape 970">
                  <a:extLst>
                    <a:ext uri="{FF2B5EF4-FFF2-40B4-BE49-F238E27FC236}">
                      <a16:creationId xmlns:a16="http://schemas.microsoft.com/office/drawing/2014/main" id="{588E0EB5-C704-6646-A7DF-17C2C9237B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4" name="AutoShape 971">
                  <a:extLst>
                    <a:ext uri="{FF2B5EF4-FFF2-40B4-BE49-F238E27FC236}">
                      <a16:creationId xmlns:a16="http://schemas.microsoft.com/office/drawing/2014/main" id="{125E70E5-5E94-EA4C-8970-6D8BC99D3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712" name="Rectangle 972">
                <a:extLst>
                  <a:ext uri="{FF2B5EF4-FFF2-40B4-BE49-F238E27FC236}">
                    <a16:creationId xmlns:a16="http://schemas.microsoft.com/office/drawing/2014/main" id="{E5D3AE86-3AA9-6E46-BE96-5D22107EF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713" name="Freeform 973">
                <a:extLst>
                  <a:ext uri="{FF2B5EF4-FFF2-40B4-BE49-F238E27FC236}">
                    <a16:creationId xmlns:a16="http://schemas.microsoft.com/office/drawing/2014/main" id="{56DA0D9F-D49E-8E40-A05B-A591E516A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14" name="Freeform 974">
                <a:extLst>
                  <a:ext uri="{FF2B5EF4-FFF2-40B4-BE49-F238E27FC236}">
                    <a16:creationId xmlns:a16="http://schemas.microsoft.com/office/drawing/2014/main" id="{B1BD6DC2-2442-7F40-8912-04AD0AD66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15" name="Oval 975">
                <a:extLst>
                  <a:ext uri="{FF2B5EF4-FFF2-40B4-BE49-F238E27FC236}">
                    <a16:creationId xmlns:a16="http://schemas.microsoft.com/office/drawing/2014/main" id="{2F05989C-6D89-364A-BB82-89E681188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716" name="Freeform 976">
                <a:extLst>
                  <a:ext uri="{FF2B5EF4-FFF2-40B4-BE49-F238E27FC236}">
                    <a16:creationId xmlns:a16="http://schemas.microsoft.com/office/drawing/2014/main" id="{68D8E8F3-FC40-184B-B332-4DA27CFDD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17" name="AutoShape 977">
                <a:extLst>
                  <a:ext uri="{FF2B5EF4-FFF2-40B4-BE49-F238E27FC236}">
                    <a16:creationId xmlns:a16="http://schemas.microsoft.com/office/drawing/2014/main" id="{0EDECD8B-0333-B945-A0B9-EB923B056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718" name="AutoShape 978">
                <a:extLst>
                  <a:ext uri="{FF2B5EF4-FFF2-40B4-BE49-F238E27FC236}">
                    <a16:creationId xmlns:a16="http://schemas.microsoft.com/office/drawing/2014/main" id="{6C701197-39E1-9342-985C-C17B4CD97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719" name="Oval 979">
                <a:extLst>
                  <a:ext uri="{FF2B5EF4-FFF2-40B4-BE49-F238E27FC236}">
                    <a16:creationId xmlns:a16="http://schemas.microsoft.com/office/drawing/2014/main" id="{36907BAD-35A5-864D-9BC0-D6AB6AE51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720" name="Oval 980">
                <a:extLst>
                  <a:ext uri="{FF2B5EF4-FFF2-40B4-BE49-F238E27FC236}">
                    <a16:creationId xmlns:a16="http://schemas.microsoft.com/office/drawing/2014/main" id="{D2A4BDF5-240B-A547-A854-A8E54F6A6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 dirty="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721" name="Oval 981">
                <a:extLst>
                  <a:ext uri="{FF2B5EF4-FFF2-40B4-BE49-F238E27FC236}">
                    <a16:creationId xmlns:a16="http://schemas.microsoft.com/office/drawing/2014/main" id="{36A0FAEF-6623-0246-9799-BED3E56C9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722" name="Rectangle 982">
                <a:extLst>
                  <a:ext uri="{FF2B5EF4-FFF2-40B4-BE49-F238E27FC236}">
                    <a16:creationId xmlns:a16="http://schemas.microsoft.com/office/drawing/2014/main" id="{2C86DB95-9A39-144E-82C0-930EAC6C3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33" name="Group 732">
              <a:extLst>
                <a:ext uri="{FF2B5EF4-FFF2-40B4-BE49-F238E27FC236}">
                  <a16:creationId xmlns:a16="http://schemas.microsoft.com/office/drawing/2014/main" id="{4599802E-5DCE-8740-82B3-1318B6412EC2}"/>
                </a:ext>
              </a:extLst>
            </p:cNvPr>
            <p:cNvGrpSpPr/>
            <p:nvPr/>
          </p:nvGrpSpPr>
          <p:grpSpPr>
            <a:xfrm>
              <a:off x="2053502" y="2245186"/>
              <a:ext cx="672582" cy="617342"/>
              <a:chOff x="5275406" y="2711455"/>
              <a:chExt cx="452949" cy="405518"/>
            </a:xfrm>
          </p:grpSpPr>
          <p:pic>
            <p:nvPicPr>
              <p:cNvPr id="734" name="Picture 733" descr="server_rack.png">
                <a:extLst>
                  <a:ext uri="{FF2B5EF4-FFF2-40B4-BE49-F238E27FC236}">
                    <a16:creationId xmlns:a16="http://schemas.microsoft.com/office/drawing/2014/main" id="{E7A5369B-12BA-534E-89DB-EC5EDF954D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537367" y="2770786"/>
                <a:ext cx="190988" cy="313366"/>
              </a:xfrm>
              <a:prstGeom prst="rect">
                <a:avLst/>
              </a:prstGeom>
            </p:spPr>
          </p:pic>
          <p:pic>
            <p:nvPicPr>
              <p:cNvPr id="735" name="Picture 734" descr="server_rack.png">
                <a:extLst>
                  <a:ext uri="{FF2B5EF4-FFF2-40B4-BE49-F238E27FC236}">
                    <a16:creationId xmlns:a16="http://schemas.microsoft.com/office/drawing/2014/main" id="{A1A7AD27-600E-554D-ACF5-603AB2D208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275406" y="2764002"/>
                <a:ext cx="190988" cy="313366"/>
              </a:xfrm>
              <a:prstGeom prst="rect">
                <a:avLst/>
              </a:prstGeom>
            </p:spPr>
          </p:pic>
          <p:pic>
            <p:nvPicPr>
              <p:cNvPr id="736" name="Picture 735" descr="server_rack.png">
                <a:extLst>
                  <a:ext uri="{FF2B5EF4-FFF2-40B4-BE49-F238E27FC236}">
                    <a16:creationId xmlns:a16="http://schemas.microsoft.com/office/drawing/2014/main" id="{6352AB59-3424-1947-A902-45E2FFF24CD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385676" y="2711455"/>
                <a:ext cx="247152" cy="405518"/>
              </a:xfrm>
              <a:prstGeom prst="rect">
                <a:avLst/>
              </a:prstGeom>
            </p:spPr>
          </p:pic>
        </p:grpSp>
        <p:grpSp>
          <p:nvGrpSpPr>
            <p:cNvPr id="737" name="Group 590">
              <a:extLst>
                <a:ext uri="{FF2B5EF4-FFF2-40B4-BE49-F238E27FC236}">
                  <a16:creationId xmlns:a16="http://schemas.microsoft.com/office/drawing/2014/main" id="{572BBB3E-35BE-7341-92D5-A1D830B307C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18085" y="1595547"/>
              <a:ext cx="517401" cy="503916"/>
              <a:chOff x="2839" y="3501"/>
              <a:chExt cx="755" cy="803"/>
            </a:xfrm>
          </p:grpSpPr>
          <p:pic>
            <p:nvPicPr>
              <p:cNvPr id="738" name="Picture 591" descr="desktop_computer_stylized_medium">
                <a:extLst>
                  <a:ext uri="{FF2B5EF4-FFF2-40B4-BE49-F238E27FC236}">
                    <a16:creationId xmlns:a16="http://schemas.microsoft.com/office/drawing/2014/main" id="{4B6339C5-8B14-B747-B25F-54A251041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9" name="Freeform 592">
                <a:extLst>
                  <a:ext uri="{FF2B5EF4-FFF2-40B4-BE49-F238E27FC236}">
                    <a16:creationId xmlns:a16="http://schemas.microsoft.com/office/drawing/2014/main" id="{C8A47756-1909-F941-BDCB-37836D980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741" name="Group 740">
              <a:extLst>
                <a:ext uri="{FF2B5EF4-FFF2-40B4-BE49-F238E27FC236}">
                  <a16:creationId xmlns:a16="http://schemas.microsoft.com/office/drawing/2014/main" id="{0CD6FDAC-4A62-F644-A898-08237435CEE7}"/>
                </a:ext>
              </a:extLst>
            </p:cNvPr>
            <p:cNvGrpSpPr/>
            <p:nvPr/>
          </p:nvGrpSpPr>
          <p:grpSpPr>
            <a:xfrm>
              <a:off x="1609415" y="1428021"/>
              <a:ext cx="748578" cy="712374"/>
              <a:chOff x="8631407" y="2290407"/>
              <a:chExt cx="530702" cy="478009"/>
            </a:xfrm>
          </p:grpSpPr>
          <p:pic>
            <p:nvPicPr>
              <p:cNvPr id="742" name="Picture 568" descr="light2.png">
                <a:extLst>
                  <a:ext uri="{FF2B5EF4-FFF2-40B4-BE49-F238E27FC236}">
                    <a16:creationId xmlns:a16="http://schemas.microsoft.com/office/drawing/2014/main" id="{80F2F245-5874-164C-BC9E-BD1DF1724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3" name="Picture 1017" descr="antenna_stylized">
                <a:extLst>
                  <a:ext uri="{FF2B5EF4-FFF2-40B4-BE49-F238E27FC236}">
                    <a16:creationId xmlns:a16="http://schemas.microsoft.com/office/drawing/2014/main" id="{1AD2A78D-F97F-784F-ACAD-B716A9EDA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9" name="Group 788">
              <a:extLst>
                <a:ext uri="{FF2B5EF4-FFF2-40B4-BE49-F238E27FC236}">
                  <a16:creationId xmlns:a16="http://schemas.microsoft.com/office/drawing/2014/main" id="{8BE00D22-4F3C-6E49-97D4-F851E2CC6728}"/>
                </a:ext>
              </a:extLst>
            </p:cNvPr>
            <p:cNvGrpSpPr/>
            <p:nvPr/>
          </p:nvGrpSpPr>
          <p:grpSpPr>
            <a:xfrm>
              <a:off x="177500" y="2082690"/>
              <a:ext cx="849312" cy="226109"/>
              <a:chOff x="8493165" y="2029804"/>
              <a:chExt cx="849312" cy="226109"/>
            </a:xfrm>
          </p:grpSpPr>
          <p:pic>
            <p:nvPicPr>
              <p:cNvPr id="790" name="Picture 603" descr="car_icon_small">
                <a:extLst>
                  <a:ext uri="{FF2B5EF4-FFF2-40B4-BE49-F238E27FC236}">
                    <a16:creationId xmlns:a16="http://schemas.microsoft.com/office/drawing/2014/main" id="{6DCAB099-A51A-9A49-B92D-E7B09B08E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1" name="Picture 1017" descr="antenna_stylized">
                <a:extLst>
                  <a:ext uri="{FF2B5EF4-FFF2-40B4-BE49-F238E27FC236}">
                    <a16:creationId xmlns:a16="http://schemas.microsoft.com/office/drawing/2014/main" id="{02B73421-B1D6-C74B-BF10-DBF86596B9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838" name="Freeform 417">
            <a:extLst>
              <a:ext uri="{FF2B5EF4-FFF2-40B4-BE49-F238E27FC236}">
                <a16:creationId xmlns:a16="http://schemas.microsoft.com/office/drawing/2014/main" id="{F705D6E8-49A7-AA46-A818-65E5953EC2BE}"/>
              </a:ext>
            </a:extLst>
          </p:cNvPr>
          <p:cNvSpPr>
            <a:spLocks/>
          </p:cNvSpPr>
          <p:nvPr/>
        </p:nvSpPr>
        <p:spPr bwMode="auto">
          <a:xfrm>
            <a:off x="1728873" y="5660145"/>
            <a:ext cx="1143514" cy="680533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872" name="Content Placeholder 2">
            <a:extLst>
              <a:ext uri="{FF2B5EF4-FFF2-40B4-BE49-F238E27FC236}">
                <a16:creationId xmlns:a16="http://schemas.microsoft.com/office/drawing/2014/main" id="{5F6F3EFF-3938-B04A-9425-41262E778239}"/>
              </a:ext>
            </a:extLst>
          </p:cNvPr>
          <p:cNvSpPr txBox="1">
            <a:spLocks/>
          </p:cNvSpPr>
          <p:nvPr/>
        </p:nvSpPr>
        <p:spPr>
          <a:xfrm>
            <a:off x="3142713" y="5539150"/>
            <a:ext cx="4032553" cy="1149445"/>
          </a:xfrm>
          <a:prstGeom prst="rect">
            <a:avLst/>
          </a:prstGeom>
        </p:spPr>
        <p:txBody>
          <a:bodyPr>
            <a:normAutofit fontScale="92500" lnSpcReduction="10000"/>
          </a:bodyPr>
          <a:lstStyle>
            <a:lvl1pPr marL="347472" indent="-347472" algn="l" defTabSz="914400" rtl="0" eaLnBrk="1" latinLnBrk="0" hangingPunct="1">
              <a:lnSpc>
                <a:spcPct val="90000"/>
              </a:lnSpc>
              <a:spcBef>
                <a:spcPts val="672"/>
              </a:spcBef>
              <a:buClr>
                <a:srgbClr val="002E8A"/>
              </a:buClr>
              <a:buSzPct val="100000"/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1pPr>
            <a:lvl2pPr marL="740664" indent="-283464" algn="l" defTabSz="914400" rtl="0" eaLnBrk="1" latinLnBrk="0" hangingPunct="1">
              <a:lnSpc>
                <a:spcPct val="90000"/>
              </a:lnSpc>
              <a:spcBef>
                <a:spcPts val="528"/>
              </a:spcBef>
              <a:buClr>
                <a:srgbClr val="C00000"/>
              </a:buClr>
              <a:buSzPct val="100000"/>
              <a:buFont typeface="Wingdings" panose="05000000000000000000" pitchFamily="2" charset="2"/>
              <a:buChar char="§"/>
              <a:defRPr sz="2400" kern="1200">
                <a:solidFill>
                  <a:srgbClr val="0070C0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>
                  <a:lumMod val="75000"/>
                </a:schemeClr>
              </a:buClr>
              <a:buSzPct val="100000"/>
              <a:buFont typeface="Wingdings" panose="05000000000000000000" pitchFamily="2" charset="2"/>
              <a:buChar char="§"/>
              <a:defRPr sz="2200" kern="1200">
                <a:solidFill>
                  <a:schemeClr val="accent2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70C0"/>
              </a:buClr>
              <a:buSzPct val="100000"/>
              <a:buFont typeface="Wingdings" panose="05000000000000000000" pitchFamily="2" charset="2"/>
              <a:buChar char="§"/>
              <a:defRPr sz="2000" kern="1200">
                <a:solidFill>
                  <a:srgbClr val="7030A0"/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A27242"/>
              </a:buClr>
              <a:buSzPct val="100000"/>
              <a:buFont typeface="Wingdings" panose="05000000000000000000" pitchFamily="2" charset="2"/>
              <a:buChar char="§"/>
              <a:defRPr sz="1800" kern="1200">
                <a:solidFill>
                  <a:schemeClr val="accent6">
                    <a:lumMod val="50000"/>
                  </a:schemeClr>
                </a:solidFill>
                <a:latin typeface="Franklin Gothic Book" panose="020B05030201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 baseline="0">
                <a:solidFill>
                  <a:schemeClr val="accent4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58" indent="0">
              <a:buClr>
                <a:srgbClr val="0000A8"/>
              </a:buClr>
              <a:buNone/>
            </a:pPr>
            <a:r>
              <a:rPr lang="en-US" altLang="en-US" sz="2400" i="1" dirty="0">
                <a:solidFill>
                  <a:srgbClr val="C00000"/>
                </a:solidFill>
                <a:latin typeface="+mn-lt"/>
                <a:ea typeface="Arial" panose="020B0604020202020204" pitchFamily="34" charset="0"/>
              </a:rPr>
              <a:t>Networks</a:t>
            </a:r>
          </a:p>
          <a:p>
            <a:pPr marL="346075" lvl="1" indent="-231775">
              <a:buClr>
                <a:srgbClr val="0000A3"/>
              </a:buClr>
            </a:pPr>
            <a:r>
              <a:rPr lang="en-US" altLang="en-US" sz="2000" dirty="0">
                <a:solidFill>
                  <a:schemeClr val="tx1"/>
                </a:solidFill>
                <a:latin typeface="+mn-lt"/>
                <a:ea typeface="Arial" panose="020B0604020202020204" pitchFamily="34" charset="0"/>
              </a:rPr>
              <a:t>collection of devices, routers, links: managed by an organization</a:t>
            </a:r>
            <a:endParaRPr lang="en-US" dirty="0">
              <a:solidFill>
                <a:schemeClr val="tx1"/>
              </a:solidFill>
              <a:latin typeface="+mn-lt"/>
            </a:endParaRPr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"a network engineer"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0675883-70BB-AC7B-D217-8D4FFD3EC77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825625"/>
            <a:ext cx="5659339" cy="4617464"/>
          </a:xfrm>
        </p:spPr>
        <p:txBody>
          <a:bodyPr>
            <a:normAutofit/>
          </a:bodyPr>
          <a:lstStyle/>
          <a:p>
            <a:r>
              <a:rPr lang="en-US" b="1" dirty="0"/>
              <a:t>"network of networks"</a:t>
            </a:r>
          </a:p>
          <a:p>
            <a:r>
              <a:rPr lang="en-US" b="1" dirty="0"/>
              <a:t>protocols </a:t>
            </a:r>
            <a:r>
              <a:rPr lang="en-US" dirty="0"/>
              <a:t>are everywhere:</a:t>
            </a:r>
          </a:p>
          <a:p>
            <a:pPr lvl="1"/>
            <a:r>
              <a:rPr lang="en-US" dirty="0"/>
              <a:t>control sending, receiving of messages</a:t>
            </a:r>
          </a:p>
          <a:p>
            <a:pPr lvl="1"/>
            <a:r>
              <a:rPr lang="en-US" dirty="0"/>
              <a:t>e.g., HTTP, Skype, TCP, IP, </a:t>
            </a:r>
            <a:r>
              <a:rPr lang="en-US" dirty="0" err="1"/>
              <a:t>WiFi</a:t>
            </a:r>
            <a:r>
              <a:rPr lang="en-US" dirty="0"/>
              <a:t>, 4G/5G, Ethernet</a:t>
            </a:r>
          </a:p>
          <a:p>
            <a:r>
              <a:rPr lang="en-US" b="1" dirty="0"/>
              <a:t>standards</a:t>
            </a:r>
            <a:endParaRPr lang="en-US" dirty="0"/>
          </a:p>
          <a:p>
            <a:pPr lvl="1"/>
            <a:r>
              <a:rPr lang="en-US" dirty="0"/>
              <a:t>protocol ~ algorithm</a:t>
            </a:r>
          </a:p>
          <a:p>
            <a:pPr lvl="1"/>
            <a:r>
              <a:rPr lang="en-US" dirty="0"/>
              <a:t>standard ~ template, objectives</a:t>
            </a:r>
          </a:p>
          <a:p>
            <a:pPr lvl="1"/>
            <a:r>
              <a:rPr lang="en-US" dirty="0"/>
              <a:t>important standardization bodies: RFC, IETF, IEEE</a:t>
            </a:r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"a software engineer"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6C31FD0-2BD0-0535-F333-F5EB9CDE455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5563953" cy="4617464"/>
          </a:xfrm>
        </p:spPr>
        <p:txBody>
          <a:bodyPr>
            <a:normAutofit lnSpcReduction="10000"/>
          </a:bodyPr>
          <a:lstStyle/>
          <a:p>
            <a:r>
              <a:rPr lang="en-US" b="1" dirty="0"/>
              <a:t>Infrastructure</a:t>
            </a:r>
            <a:r>
              <a:rPr lang="en-US" dirty="0"/>
              <a:t> that provides services to applications:</a:t>
            </a:r>
          </a:p>
          <a:p>
            <a:pPr lvl="1"/>
            <a:r>
              <a:rPr lang="en-US" dirty="0"/>
              <a:t>web, streaming, email, games, social media… </a:t>
            </a:r>
          </a:p>
          <a:p>
            <a:r>
              <a:rPr lang="en-US" dirty="0"/>
              <a:t>Provides </a:t>
            </a:r>
            <a:r>
              <a:rPr lang="en-US" b="1" dirty="0"/>
              <a:t>programming interface</a:t>
            </a:r>
            <a:r>
              <a:rPr lang="en-US" dirty="0"/>
              <a:t> to distribute applications:</a:t>
            </a:r>
          </a:p>
          <a:p>
            <a:pPr lvl="1"/>
            <a:r>
              <a:rPr lang="en-US" dirty="0"/>
              <a:t>"hooks" allowing apps to send/receive messages </a:t>
            </a:r>
            <a:br>
              <a:rPr lang="en-US" dirty="0"/>
            </a:br>
            <a:r>
              <a:rPr lang="en-US" dirty="0"/>
              <a:t>(e.g., socket programming)</a:t>
            </a:r>
          </a:p>
          <a:p>
            <a:pPr lvl="1"/>
            <a:r>
              <a:rPr lang="en-US" dirty="0"/>
              <a:t>"service options," analogous to postal service </a:t>
            </a:r>
            <a:br>
              <a:rPr lang="en-US" dirty="0"/>
            </a:br>
            <a:r>
              <a:rPr lang="en-US" dirty="0"/>
              <a:t>(e.g., reliable vs unreliable data transfer)</a:t>
            </a:r>
          </a:p>
          <a:p>
            <a:pPr lvl="1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i="1" dirty="0">
                  <a:latin typeface="+mn-lt"/>
                </a:rPr>
                <a:t> define the </a:t>
              </a:r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i="1" dirty="0">
                  <a:latin typeface="+mn-lt"/>
                </a:rPr>
                <a:t>, </a:t>
              </a:r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i="1" dirty="0">
                  <a:latin typeface="+mn-lt"/>
                </a:rPr>
                <a:t> of </a:t>
              </a:r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i="1" dirty="0">
                  <a:latin typeface="+mn-lt"/>
                </a:rPr>
                <a:t> among network entities, and </a:t>
              </a:r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i="1" dirty="0">
                  <a:latin typeface="+mn-lt"/>
                </a:rPr>
                <a:t> on message transmission, receipt</a:t>
              </a:r>
              <a:r>
                <a:rPr lang="en-US" altLang="en-US" sz="2000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1949207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0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F24C41-CABD-AA8A-B9B8-34BA7EE5A8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Internet structure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0B043B1-A867-CED1-EF21-A249E17C467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5257800" cy="4351338"/>
          </a:xfrm>
        </p:spPr>
        <p:txBody>
          <a:bodyPr/>
          <a:lstStyle/>
          <a:p>
            <a:r>
              <a:rPr lang="en-US" dirty="0"/>
              <a:t>network </a:t>
            </a:r>
            <a:r>
              <a:rPr lang="en-US" b="1" dirty="0"/>
              <a:t>core:</a:t>
            </a:r>
            <a:endParaRPr lang="en-US" dirty="0"/>
          </a:p>
          <a:p>
            <a:pPr lvl="1"/>
            <a:r>
              <a:rPr lang="en-US" dirty="0"/>
              <a:t>mesh of interconnected </a:t>
            </a:r>
            <a:r>
              <a:rPr lang="en-US" i="1" dirty="0"/>
              <a:t>routers</a:t>
            </a:r>
            <a:r>
              <a:rPr lang="en-US" dirty="0"/>
              <a:t>, </a:t>
            </a:r>
            <a:r>
              <a:rPr lang="en-US" i="1" dirty="0"/>
              <a:t>networks</a:t>
            </a:r>
            <a:endParaRPr lang="en-US" dirty="0"/>
          </a:p>
          <a:p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network </a:t>
            </a:r>
            <a:r>
              <a:rPr lang="en-US" b="1" dirty="0">
                <a:solidFill>
                  <a:schemeClr val="bg2">
                    <a:lumMod val="75000"/>
                  </a:schemeClr>
                </a:solidFill>
              </a:rPr>
              <a:t>edge:</a:t>
            </a:r>
            <a:endParaRPr lang="en-US" dirty="0">
              <a:solidFill>
                <a:schemeClr val="bg2">
                  <a:lumMod val="75000"/>
                </a:schemeClr>
              </a:solidFill>
            </a:endParaRP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hosts: clients and servers</a:t>
            </a: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servers often in data centers</a:t>
            </a:r>
          </a:p>
          <a:p>
            <a:r>
              <a:rPr lang="en-US" b="1" dirty="0">
                <a:solidFill>
                  <a:schemeClr val="bg2">
                    <a:lumMod val="75000"/>
                  </a:schemeClr>
                </a:solidFill>
              </a:rPr>
              <a:t>access </a:t>
            </a:r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network:</a:t>
            </a: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wired, wireless links</a:t>
            </a: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often used to describe </a:t>
            </a:r>
            <a:r>
              <a:rPr lang="en-US" i="1" dirty="0">
                <a:solidFill>
                  <a:schemeClr val="bg2">
                    <a:lumMod val="75000"/>
                  </a:schemeClr>
                </a:solidFill>
              </a:rPr>
              <a:t>last-mile </a:t>
            </a:r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links (e.g., </a:t>
            </a:r>
            <a:r>
              <a:rPr lang="en-US" dirty="0" err="1">
                <a:solidFill>
                  <a:schemeClr val="bg2">
                    <a:lumMod val="75000"/>
                  </a:schemeClr>
                </a:solidFill>
              </a:rPr>
              <a:t>WiFi</a:t>
            </a:r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, 4G/5G, DSL)</a:t>
            </a:r>
          </a:p>
          <a:p>
            <a:pPr lvl="1"/>
            <a:endParaRPr lang="en-US" dirty="0"/>
          </a:p>
        </p:txBody>
      </p:sp>
      <p:sp>
        <p:nvSpPr>
          <p:cNvPr id="4" name="Rectangle 419">
            <a:extLst>
              <a:ext uri="{FF2B5EF4-FFF2-40B4-BE49-F238E27FC236}">
                <a16:creationId xmlns:a16="http://schemas.microsoft.com/office/drawing/2014/main" id="{61D7DCE4-BAC3-3DDC-F001-5F720C0CC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C878FEE6-FD4D-BC09-0907-C49323B87A78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reeform 417">
            <a:extLst>
              <a:ext uri="{FF2B5EF4-FFF2-40B4-BE49-F238E27FC236}">
                <a16:creationId xmlns:a16="http://schemas.microsoft.com/office/drawing/2014/main" id="{D1B776E5-84B8-A301-D85F-19C3D27A73E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AutoShape 420">
            <a:extLst>
              <a:ext uri="{FF2B5EF4-FFF2-40B4-BE49-F238E27FC236}">
                <a16:creationId xmlns:a16="http://schemas.microsoft.com/office/drawing/2014/main" id="{9A98FCAA-ADE7-482A-1F13-C11EE748D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Freeform 427">
            <a:extLst>
              <a:ext uri="{FF2B5EF4-FFF2-40B4-BE49-F238E27FC236}">
                <a16:creationId xmlns:a16="http://schemas.microsoft.com/office/drawing/2014/main" id="{DFDB23C8-ECCC-A3B9-7D1B-2F8A32392BE2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Text Box 580">
            <a:extLst>
              <a:ext uri="{FF2B5EF4-FFF2-40B4-BE49-F238E27FC236}">
                <a16:creationId xmlns:a16="http://schemas.microsoft.com/office/drawing/2014/main" id="{58D3C5E7-550F-06DD-F78D-AAFF60F8BA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0" name="Text Box 580">
            <a:extLst>
              <a:ext uri="{FF2B5EF4-FFF2-40B4-BE49-F238E27FC236}">
                <a16:creationId xmlns:a16="http://schemas.microsoft.com/office/drawing/2014/main" id="{F728AB55-0C75-4630-2B86-7EF9DA6C22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1" name="Text Box 580">
            <a:extLst>
              <a:ext uri="{FF2B5EF4-FFF2-40B4-BE49-F238E27FC236}">
                <a16:creationId xmlns:a16="http://schemas.microsoft.com/office/drawing/2014/main" id="{C27AF0A2-20FA-5218-2AD4-9C7BAAB067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67A7832E-31C7-57EE-3E98-F1FB818BA546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58015F-568A-C625-AF6B-1A56B304672E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99DE9D29-4D61-5347-2817-68212433B2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1EE44F23-991D-D0E6-6BEF-7C76E6A3DC5B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6293F97A-AABD-57C6-6FE5-FED3480B9E70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24236B91-029E-F93F-211E-629D343E94AD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6547765F-8ABC-E61F-236C-B424E56C4BF9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A2776715-58CD-A715-28C6-CEBD1D84910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6B4CE7B-97F0-FACF-719C-1C00B4D911B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D1BA42DD-15DD-34E3-DC25-BA09491BD4B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7DD0939E-FD59-1492-1A8F-D32E6ABAFEF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137C8713-98FE-55CA-590D-7870D964B2AC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34069F60-11F3-2496-6EE1-9259D95FEAED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07B9445-6C3E-EC65-91CA-400DB7878B62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8A0F3D48-A40D-D6DB-4EBB-66D4890104C0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69D3E83A-0890-F06A-ED86-AE2827DCB956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FE472AC-3B2D-CD05-EB01-4E46569898A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AB161377-2628-4234-FE72-2CE93C407430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B33C639-31BB-3B38-71FA-FE1E27C340CA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Freeform 30">
            <a:extLst>
              <a:ext uri="{FF2B5EF4-FFF2-40B4-BE49-F238E27FC236}">
                <a16:creationId xmlns:a16="http://schemas.microsoft.com/office/drawing/2014/main" id="{1286D469-3AEE-1582-4AA4-831E019768A2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CAC17CD-44A2-B901-4E36-D020CA6B4ADC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E1DD02A-2A38-BEBE-90A9-3ABDAEA4E559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2A1B291-9B3F-DBD3-34F2-0D602BF47475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C070D0D-FEC2-C74E-01DE-78D77B3B9A35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195ED62-5E53-5326-4183-D52673D4CFA7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F5408479-D5D4-E4BA-F4EB-EDD51206252D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4E0E7B4C-EF87-3524-6AF5-FE01067BF50A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CC1A6029-0610-A209-A53C-6B1418429C9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EC64BC1F-BBB9-D468-5947-35FBDC1909AB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44B91149-0B40-ADCC-F0EA-91F9127FECF6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CEFD772A-C663-E425-9480-DEEE4261364B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DD1AB789-4565-4E1C-67A9-0E3F4DC2FE7A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B1C17696-3C51-6A38-1F9C-CF78D307654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C3324182-1D6C-866F-A8CF-3E33B3FBE110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0504C038-F641-013E-ECAC-05B083FB275D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56B22B7B-6517-175F-FCCD-948956AB0253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BB450A9-D707-E2BE-F53D-7AD0A1233F67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7C927743-820B-E730-C65C-3902CE8ABA4D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736420EB-FCE2-41A5-424C-E2A716A35BEE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CCEEFAD1-CC2F-48DE-5FBA-276C4CF86312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4ECE6198-6617-DFA2-74B7-2C4D44A58046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3946A0CD-B093-2E65-E888-A43AE9DBC233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B14F0415-7998-408B-B926-10AB94DE48EC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D59BF1B-00C6-4C60-88FC-E25514D58650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Line 541">
            <a:extLst>
              <a:ext uri="{FF2B5EF4-FFF2-40B4-BE49-F238E27FC236}">
                <a16:creationId xmlns:a16="http://schemas.microsoft.com/office/drawing/2014/main" id="{4317B20A-9CE5-5BB7-4C4A-473E845B4A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" name="Line 424">
            <a:extLst>
              <a:ext uri="{FF2B5EF4-FFF2-40B4-BE49-F238E27FC236}">
                <a16:creationId xmlns:a16="http://schemas.microsoft.com/office/drawing/2014/main" id="{19D1305B-447B-5181-7553-48B9B5C184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8" name="Oval 800">
            <a:extLst>
              <a:ext uri="{FF2B5EF4-FFF2-40B4-BE49-F238E27FC236}">
                <a16:creationId xmlns:a16="http://schemas.microsoft.com/office/drawing/2014/main" id="{C88777CF-EA51-9ED6-6F54-ED8D8658E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2DFD329D-4F94-11AC-13BF-EDB30EA0827C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95B61A00-2C16-66BE-3AEE-F1861221C08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FC7C6F25-94C2-1324-5DD3-C537BE07D39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9E40906F-6206-1D4F-5D5D-B92151F3E3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644F2DC-7646-AC2A-BD73-D794F28B7DA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4C8323DD-7CEF-D715-820D-13D50E1CA1C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17DFBD47-FAAA-5B09-95A8-1D602E4D2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27F564CA-324B-8151-66CD-3021D75429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1BC29E0E-D7E3-CB67-0D28-76036B26BD89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8BBD03A5-C544-FA0F-2DAE-73226F18C4D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FD3C380D-D6D1-4FDB-ACF8-8988E5BD1C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4FC54FA2-55F8-DB8C-563B-879F8BAAB8E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BC0D30B9-3CF5-563A-8800-EE41FE4F0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7414A6B7-9D7A-9735-B967-582FEEB4AF4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994C1E4D-EEC1-A12E-FDC4-B556F26E098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B8775FB-88A7-9213-5677-0E96859BBF1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9A44E054-DCFA-1BEC-3586-4F0D4C9468F2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98ECBE8D-CD49-CDD8-92ED-52BA62D811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39146A95-EDBF-BC19-625A-6C1A8CA0BE2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2632373B-A342-1AFC-69CA-5905F144986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B2745325-44F5-4FD8-8E18-A0922C5B62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C9034431-F178-DC60-8864-0FF2C7E48DA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2E371189-069D-9B05-0BF0-FDCE6243C66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130A0C2E-5048-0D61-0E33-95E9F7E976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B59903C3-9317-F43C-31E5-1FBB2552C871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4C6693A-2A2A-08E7-73F0-AF117DC2A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306DD204-E64D-93C9-1226-6B35631C4A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739300EF-5607-5604-3EF8-AD81D9C38E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6D19F97D-6F4F-29C9-B1A2-1B5182900D5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96979545-473C-02CE-C538-F3E2247C1D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946AF07F-1B29-A9F6-8A07-0FA9224E9C0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C56077FE-933E-5365-E2E9-0C387C4DB03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10B57C4-38C4-B6EF-4282-92A13C0F665E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84858D4B-9814-14D6-659A-68F5A45149E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1BDEA2D0-6693-3113-9BF1-8EF3E95D106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03F526CC-6B52-A179-EC88-0F7D3841FB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CAAE0E75-5810-0458-54AC-52F32219CA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DB4CB5DE-71CA-8434-5886-806D1778FA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2CD23880-C4A9-5C80-36CD-01B357C820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E99A055B-C8AD-7CC5-89A1-EC17B3167A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CEBB894E-EC3A-AB59-D02E-76FD7490662E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5C081A9B-087D-F0A3-AADA-0D4E88D1C2A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2BB20065-686A-BBE8-10A8-C8FFB472706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F34682B9-D897-286B-2453-30FAC7E41E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22C3AB8-673A-AD62-16F2-6405C662B68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020333B8-83BA-6631-C624-A0B3A221E9C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829F4F96-E0D0-F560-C238-947F712AB78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E4DAE604-8423-4E26-28BC-45143C2000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C7AF51B1-980C-C669-4403-8A7E3B3E5645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079A5A39-AA76-96A5-C5D4-897CDDACB20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E32E78E4-3CF6-6FA2-1C2A-A8E0F77E4F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585F367C-1AE3-F9C1-0687-C6F92612C71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B32FF17-AF2F-261E-4670-4F8A16057A2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00F32C25-665A-2BAE-5F3A-5602B005B30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2F2CD4A6-1938-CC21-5D2A-8C0612032AF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8837EEF-7067-A233-545C-61017202D6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17B7E300-31AF-84F5-049F-AC98A52DF6BC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E8BAE028-6019-A571-2DB6-7CF21D4C583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B75C6B27-427C-7E92-74A9-3E856398D74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7A9263FB-54AE-6426-2267-DCD92FBD2E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F168A34F-591A-74A3-56FD-B9A3FD41BA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88EC0D97-2697-D590-B458-4D5C41C16E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2E0090A7-4703-949E-7FE3-56D8C7DD89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EE53AA18-D9EB-E00B-13FD-6CBCE876C3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E7932E20-5912-F75B-4C7C-DADF05DED704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7F06096D-8758-588B-23FA-7A811B356DB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6693AB6C-529C-5FDA-913B-7393D856F5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75476899-C0AB-7D8F-898C-D02D24C76D0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20ADA260-1C93-DCB5-C6E1-D72D324B7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AC5C8DDC-2595-BEF0-6645-EF3256B9BE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04148539-7625-BAFE-DAFF-4942634BCA6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38302A43-7745-08C4-535D-AB451557B77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131" name="Picture 653" descr="iphone_stylized_small">
            <a:extLst>
              <a:ext uri="{FF2B5EF4-FFF2-40B4-BE49-F238E27FC236}">
                <a16:creationId xmlns:a16="http://schemas.microsoft.com/office/drawing/2014/main" id="{D5D9A06F-0E0B-4F42-6FD8-10275890CC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2" name="Picture 1018" descr="laptop_keyboard">
            <a:extLst>
              <a:ext uri="{FF2B5EF4-FFF2-40B4-BE49-F238E27FC236}">
                <a16:creationId xmlns:a16="http://schemas.microsoft.com/office/drawing/2014/main" id="{660B03AB-E831-C0C9-8AA4-C40CC222EB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" name="Freeform 1019">
            <a:extLst>
              <a:ext uri="{FF2B5EF4-FFF2-40B4-BE49-F238E27FC236}">
                <a16:creationId xmlns:a16="http://schemas.microsoft.com/office/drawing/2014/main" id="{70966730-678D-B6C4-180B-F418EA36D61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4" name="Picture 1020" descr="screen">
            <a:extLst>
              <a:ext uri="{FF2B5EF4-FFF2-40B4-BE49-F238E27FC236}">
                <a16:creationId xmlns:a16="http://schemas.microsoft.com/office/drawing/2014/main" id="{37FDCABF-B900-75D0-BF73-50092A8734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5" name="Freeform 1021">
            <a:extLst>
              <a:ext uri="{FF2B5EF4-FFF2-40B4-BE49-F238E27FC236}">
                <a16:creationId xmlns:a16="http://schemas.microsoft.com/office/drawing/2014/main" id="{5E6B246B-4AD8-990F-334F-949F048915DD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6" name="Freeform 1022">
            <a:extLst>
              <a:ext uri="{FF2B5EF4-FFF2-40B4-BE49-F238E27FC236}">
                <a16:creationId xmlns:a16="http://schemas.microsoft.com/office/drawing/2014/main" id="{06924ABF-74A1-8768-F670-BD3C68F404B2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7" name="Freeform 1023">
            <a:extLst>
              <a:ext uri="{FF2B5EF4-FFF2-40B4-BE49-F238E27FC236}">
                <a16:creationId xmlns:a16="http://schemas.microsoft.com/office/drawing/2014/main" id="{89E3443D-92F2-BF86-9777-9828F71884FA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Freeform 1024">
            <a:extLst>
              <a:ext uri="{FF2B5EF4-FFF2-40B4-BE49-F238E27FC236}">
                <a16:creationId xmlns:a16="http://schemas.microsoft.com/office/drawing/2014/main" id="{9B70F104-E440-BCBA-A969-6EEBCF40AE06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9" name="Freeform 1025">
            <a:extLst>
              <a:ext uri="{FF2B5EF4-FFF2-40B4-BE49-F238E27FC236}">
                <a16:creationId xmlns:a16="http://schemas.microsoft.com/office/drawing/2014/main" id="{806226B6-EE2E-1993-19AD-83018B7D79F6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0" name="Freeform 1026">
            <a:extLst>
              <a:ext uri="{FF2B5EF4-FFF2-40B4-BE49-F238E27FC236}">
                <a16:creationId xmlns:a16="http://schemas.microsoft.com/office/drawing/2014/main" id="{D1B74222-53C0-AFA5-F9D6-796499930EAF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41" name="Group 1027">
            <a:extLst>
              <a:ext uri="{FF2B5EF4-FFF2-40B4-BE49-F238E27FC236}">
                <a16:creationId xmlns:a16="http://schemas.microsoft.com/office/drawing/2014/main" id="{31FEA018-1086-F9E4-D05C-67A21B430F43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42" name="Freeform 1028">
              <a:extLst>
                <a:ext uri="{FF2B5EF4-FFF2-40B4-BE49-F238E27FC236}">
                  <a16:creationId xmlns:a16="http://schemas.microsoft.com/office/drawing/2014/main" id="{661CFC41-9112-7048-9622-0BC2CFF6A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9">
              <a:extLst>
                <a:ext uri="{FF2B5EF4-FFF2-40B4-BE49-F238E27FC236}">
                  <a16:creationId xmlns:a16="http://schemas.microsoft.com/office/drawing/2014/main" id="{303E100B-C763-3D83-6BF6-83FA9604D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030">
              <a:extLst>
                <a:ext uri="{FF2B5EF4-FFF2-40B4-BE49-F238E27FC236}">
                  <a16:creationId xmlns:a16="http://schemas.microsoft.com/office/drawing/2014/main" id="{02F788E3-BDC8-A577-CF85-D3D5090D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031">
              <a:extLst>
                <a:ext uri="{FF2B5EF4-FFF2-40B4-BE49-F238E27FC236}">
                  <a16:creationId xmlns:a16="http://schemas.microsoft.com/office/drawing/2014/main" id="{FE0DF2D2-4B96-7F9E-8CED-8F9F059CA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Freeform 1032">
              <a:extLst>
                <a:ext uri="{FF2B5EF4-FFF2-40B4-BE49-F238E27FC236}">
                  <a16:creationId xmlns:a16="http://schemas.microsoft.com/office/drawing/2014/main" id="{70469523-74C0-ACF3-0182-EFD1E6BD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Freeform 1033">
              <a:extLst>
                <a:ext uri="{FF2B5EF4-FFF2-40B4-BE49-F238E27FC236}">
                  <a16:creationId xmlns:a16="http://schemas.microsoft.com/office/drawing/2014/main" id="{65033C0A-4EE9-FFB0-75F8-C5145D08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8" name="Freeform 1034">
            <a:extLst>
              <a:ext uri="{FF2B5EF4-FFF2-40B4-BE49-F238E27FC236}">
                <a16:creationId xmlns:a16="http://schemas.microsoft.com/office/drawing/2014/main" id="{9A0B3362-8DAC-27A3-EC38-995B6C6A8569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Freeform 1035">
            <a:extLst>
              <a:ext uri="{FF2B5EF4-FFF2-40B4-BE49-F238E27FC236}">
                <a16:creationId xmlns:a16="http://schemas.microsoft.com/office/drawing/2014/main" id="{77DF5DE9-12EB-D731-79FD-C4277253C2BD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0" name="Freeform 1036">
            <a:extLst>
              <a:ext uri="{FF2B5EF4-FFF2-40B4-BE49-F238E27FC236}">
                <a16:creationId xmlns:a16="http://schemas.microsoft.com/office/drawing/2014/main" id="{98B33B51-B420-796D-7D3E-62669924F06E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37">
            <a:extLst>
              <a:ext uri="{FF2B5EF4-FFF2-40B4-BE49-F238E27FC236}">
                <a16:creationId xmlns:a16="http://schemas.microsoft.com/office/drawing/2014/main" id="{ED17EEC3-9BE8-3707-4BC9-60238082EADC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38">
            <a:extLst>
              <a:ext uri="{FF2B5EF4-FFF2-40B4-BE49-F238E27FC236}">
                <a16:creationId xmlns:a16="http://schemas.microsoft.com/office/drawing/2014/main" id="{7B04ED03-4A76-6404-EA69-5D340717C71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39">
            <a:extLst>
              <a:ext uri="{FF2B5EF4-FFF2-40B4-BE49-F238E27FC236}">
                <a16:creationId xmlns:a16="http://schemas.microsoft.com/office/drawing/2014/main" id="{52484CB2-C3E1-EBF4-0EE4-1753B27855E8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54" name="Picture 568" descr="light2.png">
            <a:extLst>
              <a:ext uri="{FF2B5EF4-FFF2-40B4-BE49-F238E27FC236}">
                <a16:creationId xmlns:a16="http://schemas.microsoft.com/office/drawing/2014/main" id="{09ECB3F0-DEE3-957D-1399-9917E02AEA3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5" name="Picture 603" descr="car_icon_small">
            <a:extLst>
              <a:ext uri="{FF2B5EF4-FFF2-40B4-BE49-F238E27FC236}">
                <a16:creationId xmlns:a16="http://schemas.microsoft.com/office/drawing/2014/main" id="{0580FB5E-D44C-077B-2B67-754D80A061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6" name="Picture 1116" descr="laptop_keyboard">
            <a:extLst>
              <a:ext uri="{FF2B5EF4-FFF2-40B4-BE49-F238E27FC236}">
                <a16:creationId xmlns:a16="http://schemas.microsoft.com/office/drawing/2014/main" id="{05BA305B-ED3C-7B88-E2C2-752284074D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7" name="Freeform 1117">
            <a:extLst>
              <a:ext uri="{FF2B5EF4-FFF2-40B4-BE49-F238E27FC236}">
                <a16:creationId xmlns:a16="http://schemas.microsoft.com/office/drawing/2014/main" id="{3DDCB35C-2AAD-67F8-24A3-09108F4FBD06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58" name="Picture 1118" descr="screen">
            <a:extLst>
              <a:ext uri="{FF2B5EF4-FFF2-40B4-BE49-F238E27FC236}">
                <a16:creationId xmlns:a16="http://schemas.microsoft.com/office/drawing/2014/main" id="{EADECF92-22B0-618F-AF53-00221E6C0E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" name="Freeform 1119">
            <a:extLst>
              <a:ext uri="{FF2B5EF4-FFF2-40B4-BE49-F238E27FC236}">
                <a16:creationId xmlns:a16="http://schemas.microsoft.com/office/drawing/2014/main" id="{35FE6A5E-C6CE-14E1-5349-7A29A205494F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120">
            <a:extLst>
              <a:ext uri="{FF2B5EF4-FFF2-40B4-BE49-F238E27FC236}">
                <a16:creationId xmlns:a16="http://schemas.microsoft.com/office/drawing/2014/main" id="{577AD2E5-739D-35BA-B91B-C8618EE86E84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121">
            <a:extLst>
              <a:ext uri="{FF2B5EF4-FFF2-40B4-BE49-F238E27FC236}">
                <a16:creationId xmlns:a16="http://schemas.microsoft.com/office/drawing/2014/main" id="{E4719BB3-3906-623C-66C1-F47D51B42C5D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122">
            <a:extLst>
              <a:ext uri="{FF2B5EF4-FFF2-40B4-BE49-F238E27FC236}">
                <a16:creationId xmlns:a16="http://schemas.microsoft.com/office/drawing/2014/main" id="{24A742C4-832D-DA06-1CD9-CCD0BAD56969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3" name="Freeform 1123">
            <a:extLst>
              <a:ext uri="{FF2B5EF4-FFF2-40B4-BE49-F238E27FC236}">
                <a16:creationId xmlns:a16="http://schemas.microsoft.com/office/drawing/2014/main" id="{FD2E113C-0234-4569-0973-F8F645FCA2A5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4" name="Freeform 1124">
            <a:extLst>
              <a:ext uri="{FF2B5EF4-FFF2-40B4-BE49-F238E27FC236}">
                <a16:creationId xmlns:a16="http://schemas.microsoft.com/office/drawing/2014/main" id="{43B12663-2BD8-9285-BD00-143C4B901E06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5" name="Group 1125">
            <a:extLst>
              <a:ext uri="{FF2B5EF4-FFF2-40B4-BE49-F238E27FC236}">
                <a16:creationId xmlns:a16="http://schemas.microsoft.com/office/drawing/2014/main" id="{BCAE8666-6011-0CEC-474B-05A0DF2A4E04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66" name="Freeform 1126">
              <a:extLst>
                <a:ext uri="{FF2B5EF4-FFF2-40B4-BE49-F238E27FC236}">
                  <a16:creationId xmlns:a16="http://schemas.microsoft.com/office/drawing/2014/main" id="{74CC3B93-9A18-B708-B385-E5C08AA58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7">
              <a:extLst>
                <a:ext uri="{FF2B5EF4-FFF2-40B4-BE49-F238E27FC236}">
                  <a16:creationId xmlns:a16="http://schemas.microsoft.com/office/drawing/2014/main" id="{A4497D08-22C6-7504-1FD3-08D4ADCBB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128">
              <a:extLst>
                <a:ext uri="{FF2B5EF4-FFF2-40B4-BE49-F238E27FC236}">
                  <a16:creationId xmlns:a16="http://schemas.microsoft.com/office/drawing/2014/main" id="{91707AC3-E19B-C9F5-15D6-B81B8734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Freeform 1129">
              <a:extLst>
                <a:ext uri="{FF2B5EF4-FFF2-40B4-BE49-F238E27FC236}">
                  <a16:creationId xmlns:a16="http://schemas.microsoft.com/office/drawing/2014/main" id="{E7C29665-5BAE-E54D-7CC5-338AD0DC1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130">
              <a:extLst>
                <a:ext uri="{FF2B5EF4-FFF2-40B4-BE49-F238E27FC236}">
                  <a16:creationId xmlns:a16="http://schemas.microsoft.com/office/drawing/2014/main" id="{12662E99-F5F0-45DB-2A96-56C350C8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131">
              <a:extLst>
                <a:ext uri="{FF2B5EF4-FFF2-40B4-BE49-F238E27FC236}">
                  <a16:creationId xmlns:a16="http://schemas.microsoft.com/office/drawing/2014/main" id="{150C4129-DF05-4A36-C476-96ECF9ADA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2" name="Freeform 1132">
            <a:extLst>
              <a:ext uri="{FF2B5EF4-FFF2-40B4-BE49-F238E27FC236}">
                <a16:creationId xmlns:a16="http://schemas.microsoft.com/office/drawing/2014/main" id="{B45CDCEC-50DC-7D85-4B25-D558695DE03A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Freeform 1133">
            <a:extLst>
              <a:ext uri="{FF2B5EF4-FFF2-40B4-BE49-F238E27FC236}">
                <a16:creationId xmlns:a16="http://schemas.microsoft.com/office/drawing/2014/main" id="{FF92BC8B-C593-9E88-54C3-00AF0D63EA35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4" name="Freeform 1134">
            <a:extLst>
              <a:ext uri="{FF2B5EF4-FFF2-40B4-BE49-F238E27FC236}">
                <a16:creationId xmlns:a16="http://schemas.microsoft.com/office/drawing/2014/main" id="{9D27A086-3D34-EB70-83BE-ACB373ED0B68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5" name="Freeform 1135">
            <a:extLst>
              <a:ext uri="{FF2B5EF4-FFF2-40B4-BE49-F238E27FC236}">
                <a16:creationId xmlns:a16="http://schemas.microsoft.com/office/drawing/2014/main" id="{E4D812CC-7F7E-33B6-B25B-936BB09B90B9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Freeform 1136">
            <a:extLst>
              <a:ext uri="{FF2B5EF4-FFF2-40B4-BE49-F238E27FC236}">
                <a16:creationId xmlns:a16="http://schemas.microsoft.com/office/drawing/2014/main" id="{781AAA45-D1EF-0DB6-4879-5C85B268D7A6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7" name="Freeform 1137">
            <a:extLst>
              <a:ext uri="{FF2B5EF4-FFF2-40B4-BE49-F238E27FC236}">
                <a16:creationId xmlns:a16="http://schemas.microsoft.com/office/drawing/2014/main" id="{69E50FF6-CA37-873B-C7F0-F30D3F74FD9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78" name="Picture 1140" descr="desktop_computer_stylized_medium">
            <a:extLst>
              <a:ext uri="{FF2B5EF4-FFF2-40B4-BE49-F238E27FC236}">
                <a16:creationId xmlns:a16="http://schemas.microsoft.com/office/drawing/2014/main" id="{252BA608-DFA2-70F5-6EC5-9E262E8BFA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" name="Freeform 1141">
            <a:extLst>
              <a:ext uri="{FF2B5EF4-FFF2-40B4-BE49-F238E27FC236}">
                <a16:creationId xmlns:a16="http://schemas.microsoft.com/office/drawing/2014/main" id="{06A6E3D3-8E7D-D5F1-3B10-475C944D63FA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80" name="Picture 571" descr="fridge2.png">
            <a:extLst>
              <a:ext uri="{FF2B5EF4-FFF2-40B4-BE49-F238E27FC236}">
                <a16:creationId xmlns:a16="http://schemas.microsoft.com/office/drawing/2014/main" id="{C168B972-753B-BE7D-8296-7ED6DC86B3E6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1" name="Group 950">
            <a:extLst>
              <a:ext uri="{FF2B5EF4-FFF2-40B4-BE49-F238E27FC236}">
                <a16:creationId xmlns:a16="http://schemas.microsoft.com/office/drawing/2014/main" id="{62A7587E-FFF9-0EFF-98B9-D24731B1110A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182" name="Freeform 951">
              <a:extLst>
                <a:ext uri="{FF2B5EF4-FFF2-40B4-BE49-F238E27FC236}">
                  <a16:creationId xmlns:a16="http://schemas.microsoft.com/office/drawing/2014/main" id="{6544A033-2E94-A5D3-F864-7E62AE75B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Rectangle 952">
              <a:extLst>
                <a:ext uri="{FF2B5EF4-FFF2-40B4-BE49-F238E27FC236}">
                  <a16:creationId xmlns:a16="http://schemas.microsoft.com/office/drawing/2014/main" id="{AA84591C-BB66-21D8-446D-F67CEBFD3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Freeform 953">
              <a:extLst>
                <a:ext uri="{FF2B5EF4-FFF2-40B4-BE49-F238E27FC236}">
                  <a16:creationId xmlns:a16="http://schemas.microsoft.com/office/drawing/2014/main" id="{B1A49F23-6755-C922-7AED-F4CB3BB1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5" name="Freeform 954">
              <a:extLst>
                <a:ext uri="{FF2B5EF4-FFF2-40B4-BE49-F238E27FC236}">
                  <a16:creationId xmlns:a16="http://schemas.microsoft.com/office/drawing/2014/main" id="{7F3AE435-479A-0589-F91D-47C81BE0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Rectangle 955">
              <a:extLst>
                <a:ext uri="{FF2B5EF4-FFF2-40B4-BE49-F238E27FC236}">
                  <a16:creationId xmlns:a16="http://schemas.microsoft.com/office/drawing/2014/main" id="{9C931931-543E-207D-9DED-A20F6A700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7" name="Group 956">
              <a:extLst>
                <a:ext uri="{FF2B5EF4-FFF2-40B4-BE49-F238E27FC236}">
                  <a16:creationId xmlns:a16="http://schemas.microsoft.com/office/drawing/2014/main" id="{CA90E2AB-D534-6600-90CB-937D9816B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12" name="AutoShape 957">
                <a:extLst>
                  <a:ext uri="{FF2B5EF4-FFF2-40B4-BE49-F238E27FC236}">
                    <a16:creationId xmlns:a16="http://schemas.microsoft.com/office/drawing/2014/main" id="{5617E4B8-CC90-6CDF-8FAF-DAC78816D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13" name="AutoShape 958">
                <a:extLst>
                  <a:ext uri="{FF2B5EF4-FFF2-40B4-BE49-F238E27FC236}">
                    <a16:creationId xmlns:a16="http://schemas.microsoft.com/office/drawing/2014/main" id="{E95D1521-B652-CAF4-0430-2B28D1FB2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959">
              <a:extLst>
                <a:ext uri="{FF2B5EF4-FFF2-40B4-BE49-F238E27FC236}">
                  <a16:creationId xmlns:a16="http://schemas.microsoft.com/office/drawing/2014/main" id="{BB589A10-8CA6-38CA-0EC5-C80D79FDF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9" name="Group 960">
              <a:extLst>
                <a:ext uri="{FF2B5EF4-FFF2-40B4-BE49-F238E27FC236}">
                  <a16:creationId xmlns:a16="http://schemas.microsoft.com/office/drawing/2014/main" id="{449441EA-809B-53DF-41FF-86E0A90950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10" name="AutoShape 961">
                <a:extLst>
                  <a:ext uri="{FF2B5EF4-FFF2-40B4-BE49-F238E27FC236}">
                    <a16:creationId xmlns:a16="http://schemas.microsoft.com/office/drawing/2014/main" id="{244DB49B-B954-C69F-3BAF-7F354FBB1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11" name="AutoShape 962">
                <a:extLst>
                  <a:ext uri="{FF2B5EF4-FFF2-40B4-BE49-F238E27FC236}">
                    <a16:creationId xmlns:a16="http://schemas.microsoft.com/office/drawing/2014/main" id="{1281B685-28BA-5D45-A9C5-998E1471D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90" name="Rectangle 963">
              <a:extLst>
                <a:ext uri="{FF2B5EF4-FFF2-40B4-BE49-F238E27FC236}">
                  <a16:creationId xmlns:a16="http://schemas.microsoft.com/office/drawing/2014/main" id="{27E2449A-B209-1E00-3F18-AB92CAD0A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64">
              <a:extLst>
                <a:ext uri="{FF2B5EF4-FFF2-40B4-BE49-F238E27FC236}">
                  <a16:creationId xmlns:a16="http://schemas.microsoft.com/office/drawing/2014/main" id="{DEE95ACA-21F4-C273-1F10-4D0BF4851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2" name="Group 965">
              <a:extLst>
                <a:ext uri="{FF2B5EF4-FFF2-40B4-BE49-F238E27FC236}">
                  <a16:creationId xmlns:a16="http://schemas.microsoft.com/office/drawing/2014/main" id="{0C533535-0183-E5F5-68EA-D9A041CE76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8" name="AutoShape 966">
                <a:extLst>
                  <a:ext uri="{FF2B5EF4-FFF2-40B4-BE49-F238E27FC236}">
                    <a16:creationId xmlns:a16="http://schemas.microsoft.com/office/drawing/2014/main" id="{BB41544F-3AF9-F117-01FC-C8F2A4334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9" name="AutoShape 967">
                <a:extLst>
                  <a:ext uri="{FF2B5EF4-FFF2-40B4-BE49-F238E27FC236}">
                    <a16:creationId xmlns:a16="http://schemas.microsoft.com/office/drawing/2014/main" id="{931A8301-B381-7C0E-E959-50E8AF7B2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93" name="Freeform 968">
              <a:extLst>
                <a:ext uri="{FF2B5EF4-FFF2-40B4-BE49-F238E27FC236}">
                  <a16:creationId xmlns:a16="http://schemas.microsoft.com/office/drawing/2014/main" id="{1B6CF439-3F40-34EF-CE73-5FBEC4B85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94" name="Group 969">
              <a:extLst>
                <a:ext uri="{FF2B5EF4-FFF2-40B4-BE49-F238E27FC236}">
                  <a16:creationId xmlns:a16="http://schemas.microsoft.com/office/drawing/2014/main" id="{D8A77E6D-9686-A1D4-CC26-D171F3CCA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6" name="AutoShape 970">
                <a:extLst>
                  <a:ext uri="{FF2B5EF4-FFF2-40B4-BE49-F238E27FC236}">
                    <a16:creationId xmlns:a16="http://schemas.microsoft.com/office/drawing/2014/main" id="{3E395478-C860-2F49-D032-C09151973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AutoShape 971">
                <a:extLst>
                  <a:ext uri="{FF2B5EF4-FFF2-40B4-BE49-F238E27FC236}">
                    <a16:creationId xmlns:a16="http://schemas.microsoft.com/office/drawing/2014/main" id="{053CA6CF-99E3-13F2-9F35-CAD45C461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95" name="Rectangle 972">
              <a:extLst>
                <a:ext uri="{FF2B5EF4-FFF2-40B4-BE49-F238E27FC236}">
                  <a16:creationId xmlns:a16="http://schemas.microsoft.com/office/drawing/2014/main" id="{53B0DBE5-0750-0535-4901-D4051C44C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Freeform 973">
              <a:extLst>
                <a:ext uri="{FF2B5EF4-FFF2-40B4-BE49-F238E27FC236}">
                  <a16:creationId xmlns:a16="http://schemas.microsoft.com/office/drawing/2014/main" id="{E159D882-924A-A054-A1F1-F06DBBAC3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7" name="Freeform 974">
              <a:extLst>
                <a:ext uri="{FF2B5EF4-FFF2-40B4-BE49-F238E27FC236}">
                  <a16:creationId xmlns:a16="http://schemas.microsoft.com/office/drawing/2014/main" id="{6455FDFE-71C9-790B-2DDC-78E13195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8" name="Oval 975">
              <a:extLst>
                <a:ext uri="{FF2B5EF4-FFF2-40B4-BE49-F238E27FC236}">
                  <a16:creationId xmlns:a16="http://schemas.microsoft.com/office/drawing/2014/main" id="{7E7E6848-D9EE-767D-9535-B8486821B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9" name="Freeform 976">
              <a:extLst>
                <a:ext uri="{FF2B5EF4-FFF2-40B4-BE49-F238E27FC236}">
                  <a16:creationId xmlns:a16="http://schemas.microsoft.com/office/drawing/2014/main" id="{C8D242E0-68F5-16F9-A03F-471EFBFA8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0" name="AutoShape 977">
              <a:extLst>
                <a:ext uri="{FF2B5EF4-FFF2-40B4-BE49-F238E27FC236}">
                  <a16:creationId xmlns:a16="http://schemas.microsoft.com/office/drawing/2014/main" id="{BA59365E-7EA5-9C98-0451-CD59E0AED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1" name="AutoShape 978">
              <a:extLst>
                <a:ext uri="{FF2B5EF4-FFF2-40B4-BE49-F238E27FC236}">
                  <a16:creationId xmlns:a16="http://schemas.microsoft.com/office/drawing/2014/main" id="{2FFFC3BD-BFC3-77B1-0FEF-FDD94E994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2" name="Oval 979">
              <a:extLst>
                <a:ext uri="{FF2B5EF4-FFF2-40B4-BE49-F238E27FC236}">
                  <a16:creationId xmlns:a16="http://schemas.microsoft.com/office/drawing/2014/main" id="{8F4E9D0A-D0C3-EFF1-38E6-F2011B214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3" name="Oval 980">
              <a:extLst>
                <a:ext uri="{FF2B5EF4-FFF2-40B4-BE49-F238E27FC236}">
                  <a16:creationId xmlns:a16="http://schemas.microsoft.com/office/drawing/2014/main" id="{2210C370-F6E4-505F-EC59-1D1BDD61E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4" name="Oval 981">
              <a:extLst>
                <a:ext uri="{FF2B5EF4-FFF2-40B4-BE49-F238E27FC236}">
                  <a16:creationId xmlns:a16="http://schemas.microsoft.com/office/drawing/2014/main" id="{48492A61-ABB3-F08A-069E-37AA2B118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5" name="Rectangle 982">
              <a:extLst>
                <a:ext uri="{FF2B5EF4-FFF2-40B4-BE49-F238E27FC236}">
                  <a16:creationId xmlns:a16="http://schemas.microsoft.com/office/drawing/2014/main" id="{5D3B1DE4-FD42-2127-D09D-AC0DEF04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214" name="Group 590">
            <a:extLst>
              <a:ext uri="{FF2B5EF4-FFF2-40B4-BE49-F238E27FC236}">
                <a16:creationId xmlns:a16="http://schemas.microsoft.com/office/drawing/2014/main" id="{668C07CC-F3E7-5050-5733-481912A3E95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215" name="Picture 591" descr="desktop_computer_stylized_medium">
              <a:extLst>
                <a:ext uri="{FF2B5EF4-FFF2-40B4-BE49-F238E27FC236}">
                  <a16:creationId xmlns:a16="http://schemas.microsoft.com/office/drawing/2014/main" id="{6704B07D-EBB9-CECE-277D-B3C167BF48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" name="Freeform 592">
              <a:extLst>
                <a:ext uri="{FF2B5EF4-FFF2-40B4-BE49-F238E27FC236}">
                  <a16:creationId xmlns:a16="http://schemas.microsoft.com/office/drawing/2014/main" id="{BC6220D4-9181-DBBD-1201-8CD6C610B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17" name="Picture 1066" descr="laptop_keyboard">
            <a:extLst>
              <a:ext uri="{FF2B5EF4-FFF2-40B4-BE49-F238E27FC236}">
                <a16:creationId xmlns:a16="http://schemas.microsoft.com/office/drawing/2014/main" id="{686CD881-FAC8-3B46-DE87-2F9C0F3871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8" name="Freeform 1067">
            <a:extLst>
              <a:ext uri="{FF2B5EF4-FFF2-40B4-BE49-F238E27FC236}">
                <a16:creationId xmlns:a16="http://schemas.microsoft.com/office/drawing/2014/main" id="{120A2544-05DE-FE06-BFB8-7409FA58C1C7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19" name="Picture 1068" descr="screen">
            <a:extLst>
              <a:ext uri="{FF2B5EF4-FFF2-40B4-BE49-F238E27FC236}">
                <a16:creationId xmlns:a16="http://schemas.microsoft.com/office/drawing/2014/main" id="{92ECBC44-9630-110C-E0BE-4957F9311E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0" name="Freeform 1069">
            <a:extLst>
              <a:ext uri="{FF2B5EF4-FFF2-40B4-BE49-F238E27FC236}">
                <a16:creationId xmlns:a16="http://schemas.microsoft.com/office/drawing/2014/main" id="{3552F150-DB10-7A27-FC09-FBCEBAD821F6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1" name="Freeform 1070">
            <a:extLst>
              <a:ext uri="{FF2B5EF4-FFF2-40B4-BE49-F238E27FC236}">
                <a16:creationId xmlns:a16="http://schemas.microsoft.com/office/drawing/2014/main" id="{9E92667B-06D0-8209-9398-9101D05D76A3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2" name="Freeform 1071">
            <a:extLst>
              <a:ext uri="{FF2B5EF4-FFF2-40B4-BE49-F238E27FC236}">
                <a16:creationId xmlns:a16="http://schemas.microsoft.com/office/drawing/2014/main" id="{8EE48BD8-A627-ACF2-1451-2C2F8B09AD6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3" name="Freeform 1072">
            <a:extLst>
              <a:ext uri="{FF2B5EF4-FFF2-40B4-BE49-F238E27FC236}">
                <a16:creationId xmlns:a16="http://schemas.microsoft.com/office/drawing/2014/main" id="{F3611694-242C-0DB0-D0DE-AD60C82FBE1D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4" name="Freeform 1073">
            <a:extLst>
              <a:ext uri="{FF2B5EF4-FFF2-40B4-BE49-F238E27FC236}">
                <a16:creationId xmlns:a16="http://schemas.microsoft.com/office/drawing/2014/main" id="{624C146B-1E8F-CA86-4FE8-20B157040882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5" name="Freeform 1074">
            <a:extLst>
              <a:ext uri="{FF2B5EF4-FFF2-40B4-BE49-F238E27FC236}">
                <a16:creationId xmlns:a16="http://schemas.microsoft.com/office/drawing/2014/main" id="{9DE43DE2-98C7-4B5E-FE82-C51B56DACDAE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26" name="Group 1075">
            <a:extLst>
              <a:ext uri="{FF2B5EF4-FFF2-40B4-BE49-F238E27FC236}">
                <a16:creationId xmlns:a16="http://schemas.microsoft.com/office/drawing/2014/main" id="{9A46711E-F699-7BF8-9ED4-8E557964BFC1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227" name="Freeform 1076">
              <a:extLst>
                <a:ext uri="{FF2B5EF4-FFF2-40B4-BE49-F238E27FC236}">
                  <a16:creationId xmlns:a16="http://schemas.microsoft.com/office/drawing/2014/main" id="{8B5865E2-44F1-A0FF-3832-C2C9940C8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8" name="Freeform 1077">
              <a:extLst>
                <a:ext uri="{FF2B5EF4-FFF2-40B4-BE49-F238E27FC236}">
                  <a16:creationId xmlns:a16="http://schemas.microsoft.com/office/drawing/2014/main" id="{DE70664C-31B3-15D8-635E-CD8E55CE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9" name="Freeform 1078">
              <a:extLst>
                <a:ext uri="{FF2B5EF4-FFF2-40B4-BE49-F238E27FC236}">
                  <a16:creationId xmlns:a16="http://schemas.microsoft.com/office/drawing/2014/main" id="{D51BCCB5-F321-977F-03E0-8E3229F4A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0" name="Freeform 1079">
              <a:extLst>
                <a:ext uri="{FF2B5EF4-FFF2-40B4-BE49-F238E27FC236}">
                  <a16:creationId xmlns:a16="http://schemas.microsoft.com/office/drawing/2014/main" id="{5615D75F-EE9A-11D2-C66D-C604E56F2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1" name="Freeform 1080">
              <a:extLst>
                <a:ext uri="{FF2B5EF4-FFF2-40B4-BE49-F238E27FC236}">
                  <a16:creationId xmlns:a16="http://schemas.microsoft.com/office/drawing/2014/main" id="{12C49997-BC8E-BC08-4EBA-654F37466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1081">
              <a:extLst>
                <a:ext uri="{FF2B5EF4-FFF2-40B4-BE49-F238E27FC236}">
                  <a16:creationId xmlns:a16="http://schemas.microsoft.com/office/drawing/2014/main" id="{F8A273E5-8AAB-6F6B-BF31-ABF3A9165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33" name="Freeform 1082">
            <a:extLst>
              <a:ext uri="{FF2B5EF4-FFF2-40B4-BE49-F238E27FC236}">
                <a16:creationId xmlns:a16="http://schemas.microsoft.com/office/drawing/2014/main" id="{73E71D09-434A-4B32-4245-35B68E79092E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4" name="Freeform 1083">
            <a:extLst>
              <a:ext uri="{FF2B5EF4-FFF2-40B4-BE49-F238E27FC236}">
                <a16:creationId xmlns:a16="http://schemas.microsoft.com/office/drawing/2014/main" id="{3FE14BB8-97C3-6F75-2BF1-EEA0CBEA31D9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Freeform 1084">
            <a:extLst>
              <a:ext uri="{FF2B5EF4-FFF2-40B4-BE49-F238E27FC236}">
                <a16:creationId xmlns:a16="http://schemas.microsoft.com/office/drawing/2014/main" id="{4988F840-3E2D-1FBC-BBD2-7BBC1F4CBE9C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6" name="Freeform 1085">
            <a:extLst>
              <a:ext uri="{FF2B5EF4-FFF2-40B4-BE49-F238E27FC236}">
                <a16:creationId xmlns:a16="http://schemas.microsoft.com/office/drawing/2014/main" id="{BD484EEA-019D-3713-75F3-0D96BBF4FC04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7" name="Freeform 1086">
            <a:extLst>
              <a:ext uri="{FF2B5EF4-FFF2-40B4-BE49-F238E27FC236}">
                <a16:creationId xmlns:a16="http://schemas.microsoft.com/office/drawing/2014/main" id="{A8356949-57DD-7391-DDC3-46D1CF172D05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Freeform 1087">
            <a:extLst>
              <a:ext uri="{FF2B5EF4-FFF2-40B4-BE49-F238E27FC236}">
                <a16:creationId xmlns:a16="http://schemas.microsoft.com/office/drawing/2014/main" id="{A9F61088-20B7-CC56-D9BD-B4689B90EDA0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9" name="Group 590">
            <a:extLst>
              <a:ext uri="{FF2B5EF4-FFF2-40B4-BE49-F238E27FC236}">
                <a16:creationId xmlns:a16="http://schemas.microsoft.com/office/drawing/2014/main" id="{E4B634E4-A78E-C40B-851B-D6CDFC717C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240" name="Picture 591" descr="desktop_computer_stylized_medium">
              <a:extLst>
                <a:ext uri="{FF2B5EF4-FFF2-40B4-BE49-F238E27FC236}">
                  <a16:creationId xmlns:a16="http://schemas.microsoft.com/office/drawing/2014/main" id="{81EBBFB2-DB1A-04F0-4962-A59170513B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592">
              <a:extLst>
                <a:ext uri="{FF2B5EF4-FFF2-40B4-BE49-F238E27FC236}">
                  <a16:creationId xmlns:a16="http://schemas.microsoft.com/office/drawing/2014/main" id="{B5C22507-5577-D897-C66F-1D75D50DA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2" name="Group 590">
            <a:extLst>
              <a:ext uri="{FF2B5EF4-FFF2-40B4-BE49-F238E27FC236}">
                <a16:creationId xmlns:a16="http://schemas.microsoft.com/office/drawing/2014/main" id="{3BD4DFBA-9F86-66CB-BF6B-F91F262200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243" name="Picture 591" descr="desktop_computer_stylized_medium">
              <a:extLst>
                <a:ext uri="{FF2B5EF4-FFF2-40B4-BE49-F238E27FC236}">
                  <a16:creationId xmlns:a16="http://schemas.microsoft.com/office/drawing/2014/main" id="{8C2A26B9-25D5-6FBE-2C11-FC2B0CEACE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4" name="Freeform 592">
              <a:extLst>
                <a:ext uri="{FF2B5EF4-FFF2-40B4-BE49-F238E27FC236}">
                  <a16:creationId xmlns:a16="http://schemas.microsoft.com/office/drawing/2014/main" id="{29FBE591-852B-0EB7-4172-16BE18F9B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45" name="Picture 1066" descr="laptop_keyboard">
            <a:extLst>
              <a:ext uri="{FF2B5EF4-FFF2-40B4-BE49-F238E27FC236}">
                <a16:creationId xmlns:a16="http://schemas.microsoft.com/office/drawing/2014/main" id="{70EDBFD7-C810-B596-B718-4CFC443891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6" name="Freeform 1067">
            <a:extLst>
              <a:ext uri="{FF2B5EF4-FFF2-40B4-BE49-F238E27FC236}">
                <a16:creationId xmlns:a16="http://schemas.microsoft.com/office/drawing/2014/main" id="{CE5D6D6B-0AA7-846D-3A4E-A444038569E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47" name="Picture 1068" descr="screen">
            <a:extLst>
              <a:ext uri="{FF2B5EF4-FFF2-40B4-BE49-F238E27FC236}">
                <a16:creationId xmlns:a16="http://schemas.microsoft.com/office/drawing/2014/main" id="{96C28E65-BE53-8E84-8741-FD5C0C54B5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8" name="Freeform 1069">
            <a:extLst>
              <a:ext uri="{FF2B5EF4-FFF2-40B4-BE49-F238E27FC236}">
                <a16:creationId xmlns:a16="http://schemas.microsoft.com/office/drawing/2014/main" id="{2BC43E75-D532-F552-3961-3040194D6A6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9" name="Freeform 1070">
            <a:extLst>
              <a:ext uri="{FF2B5EF4-FFF2-40B4-BE49-F238E27FC236}">
                <a16:creationId xmlns:a16="http://schemas.microsoft.com/office/drawing/2014/main" id="{26F69632-24FF-703B-EB8C-E4414837E470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0" name="Freeform 1071">
            <a:extLst>
              <a:ext uri="{FF2B5EF4-FFF2-40B4-BE49-F238E27FC236}">
                <a16:creationId xmlns:a16="http://schemas.microsoft.com/office/drawing/2014/main" id="{06DDA2B2-BFD7-EDC1-F140-B6383C8C604C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1" name="Freeform 1072">
            <a:extLst>
              <a:ext uri="{FF2B5EF4-FFF2-40B4-BE49-F238E27FC236}">
                <a16:creationId xmlns:a16="http://schemas.microsoft.com/office/drawing/2014/main" id="{15397ACA-B430-1614-4695-524A74C6E6B0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2" name="Freeform 1073">
            <a:extLst>
              <a:ext uri="{FF2B5EF4-FFF2-40B4-BE49-F238E27FC236}">
                <a16:creationId xmlns:a16="http://schemas.microsoft.com/office/drawing/2014/main" id="{744D3816-BECD-8AFC-5786-2346FD664F0F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3" name="Freeform 1074">
            <a:extLst>
              <a:ext uri="{FF2B5EF4-FFF2-40B4-BE49-F238E27FC236}">
                <a16:creationId xmlns:a16="http://schemas.microsoft.com/office/drawing/2014/main" id="{0C293529-B011-A801-60F6-41D5F5B38AF0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4" name="Group 1075">
            <a:extLst>
              <a:ext uri="{FF2B5EF4-FFF2-40B4-BE49-F238E27FC236}">
                <a16:creationId xmlns:a16="http://schemas.microsoft.com/office/drawing/2014/main" id="{25E7157A-8CFF-F904-13DF-2D58C7714219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255" name="Freeform 1076">
              <a:extLst>
                <a:ext uri="{FF2B5EF4-FFF2-40B4-BE49-F238E27FC236}">
                  <a16:creationId xmlns:a16="http://schemas.microsoft.com/office/drawing/2014/main" id="{C8B8A35F-3D46-FA54-9CF1-3D8152647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7">
              <a:extLst>
                <a:ext uri="{FF2B5EF4-FFF2-40B4-BE49-F238E27FC236}">
                  <a16:creationId xmlns:a16="http://schemas.microsoft.com/office/drawing/2014/main" id="{120E0A5B-D2CC-813B-47ED-72D7AC11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78">
              <a:extLst>
                <a:ext uri="{FF2B5EF4-FFF2-40B4-BE49-F238E27FC236}">
                  <a16:creationId xmlns:a16="http://schemas.microsoft.com/office/drawing/2014/main" id="{ADE90CB9-5C8C-C0D7-964C-138FA5A9F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79">
              <a:extLst>
                <a:ext uri="{FF2B5EF4-FFF2-40B4-BE49-F238E27FC236}">
                  <a16:creationId xmlns:a16="http://schemas.microsoft.com/office/drawing/2014/main" id="{4E10BA48-60EA-C0CF-6C78-CA29C3779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80">
              <a:extLst>
                <a:ext uri="{FF2B5EF4-FFF2-40B4-BE49-F238E27FC236}">
                  <a16:creationId xmlns:a16="http://schemas.microsoft.com/office/drawing/2014/main" id="{724CC4FA-1956-AC1E-585B-054ED2AD8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081">
              <a:extLst>
                <a:ext uri="{FF2B5EF4-FFF2-40B4-BE49-F238E27FC236}">
                  <a16:creationId xmlns:a16="http://schemas.microsoft.com/office/drawing/2014/main" id="{FCF5B2B6-1DA6-EE01-31FC-E27A2765C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1" name="Freeform 1082">
            <a:extLst>
              <a:ext uri="{FF2B5EF4-FFF2-40B4-BE49-F238E27FC236}">
                <a16:creationId xmlns:a16="http://schemas.microsoft.com/office/drawing/2014/main" id="{2EA5A139-FBE6-5C5A-CAF7-BB0F079994CD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2" name="Freeform 1083">
            <a:extLst>
              <a:ext uri="{FF2B5EF4-FFF2-40B4-BE49-F238E27FC236}">
                <a16:creationId xmlns:a16="http://schemas.microsoft.com/office/drawing/2014/main" id="{CECF5945-51E1-5F5F-8804-A77A962C5C52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3" name="Freeform 1084">
            <a:extLst>
              <a:ext uri="{FF2B5EF4-FFF2-40B4-BE49-F238E27FC236}">
                <a16:creationId xmlns:a16="http://schemas.microsoft.com/office/drawing/2014/main" id="{DD19FB6E-F2D1-9141-50D7-056629D12FE3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4" name="Freeform 1085">
            <a:extLst>
              <a:ext uri="{FF2B5EF4-FFF2-40B4-BE49-F238E27FC236}">
                <a16:creationId xmlns:a16="http://schemas.microsoft.com/office/drawing/2014/main" id="{242FDDB7-5B9C-3AC5-4135-CB7C683DA012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5" name="Freeform 1086">
            <a:extLst>
              <a:ext uri="{FF2B5EF4-FFF2-40B4-BE49-F238E27FC236}">
                <a16:creationId xmlns:a16="http://schemas.microsoft.com/office/drawing/2014/main" id="{64BA6008-B851-BEFD-C054-AA87CA1A5461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6" name="Freeform 1087">
            <a:extLst>
              <a:ext uri="{FF2B5EF4-FFF2-40B4-BE49-F238E27FC236}">
                <a16:creationId xmlns:a16="http://schemas.microsoft.com/office/drawing/2014/main" id="{41014B26-E505-229D-7359-FA80C8444C2F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67" name="Group 983">
            <a:extLst>
              <a:ext uri="{FF2B5EF4-FFF2-40B4-BE49-F238E27FC236}">
                <a16:creationId xmlns:a16="http://schemas.microsoft.com/office/drawing/2014/main" id="{8B7C77A3-E81F-454C-4636-95D73C78F0B8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268" name="Freeform 984">
              <a:extLst>
                <a:ext uri="{FF2B5EF4-FFF2-40B4-BE49-F238E27FC236}">
                  <a16:creationId xmlns:a16="http://schemas.microsoft.com/office/drawing/2014/main" id="{7AAD34B7-3453-C250-7A1C-8045C6822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Rectangle 985">
              <a:extLst>
                <a:ext uri="{FF2B5EF4-FFF2-40B4-BE49-F238E27FC236}">
                  <a16:creationId xmlns:a16="http://schemas.microsoft.com/office/drawing/2014/main" id="{380A5B24-F39B-006F-BC1A-EC7711FF6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0" name="Freeform 986">
              <a:extLst>
                <a:ext uri="{FF2B5EF4-FFF2-40B4-BE49-F238E27FC236}">
                  <a16:creationId xmlns:a16="http://schemas.microsoft.com/office/drawing/2014/main" id="{41605250-AD22-5A5D-A54D-27FA0CACA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" name="Freeform 987">
              <a:extLst>
                <a:ext uri="{FF2B5EF4-FFF2-40B4-BE49-F238E27FC236}">
                  <a16:creationId xmlns:a16="http://schemas.microsoft.com/office/drawing/2014/main" id="{51640D94-6785-314C-38AB-DF947DC9A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Rectangle 988">
              <a:extLst>
                <a:ext uri="{FF2B5EF4-FFF2-40B4-BE49-F238E27FC236}">
                  <a16:creationId xmlns:a16="http://schemas.microsoft.com/office/drawing/2014/main" id="{A2929C91-4301-3869-05CB-AD91E2C27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73" name="Group 989">
              <a:extLst>
                <a:ext uri="{FF2B5EF4-FFF2-40B4-BE49-F238E27FC236}">
                  <a16:creationId xmlns:a16="http://schemas.microsoft.com/office/drawing/2014/main" id="{35452C1A-4B55-728B-041B-606AB9E2A7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990">
                <a:extLst>
                  <a:ext uri="{FF2B5EF4-FFF2-40B4-BE49-F238E27FC236}">
                    <a16:creationId xmlns:a16="http://schemas.microsoft.com/office/drawing/2014/main" id="{4C41B83C-13B5-1541-7D5B-E98680C52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9" name="AutoShape 991">
                <a:extLst>
                  <a:ext uri="{FF2B5EF4-FFF2-40B4-BE49-F238E27FC236}">
                    <a16:creationId xmlns:a16="http://schemas.microsoft.com/office/drawing/2014/main" id="{5D404782-D111-F7E0-591E-51B2EEEC1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4" name="Rectangle 992">
              <a:extLst>
                <a:ext uri="{FF2B5EF4-FFF2-40B4-BE49-F238E27FC236}">
                  <a16:creationId xmlns:a16="http://schemas.microsoft.com/office/drawing/2014/main" id="{B8B93EE9-EC1D-9A8B-B4E2-2B1A1DFFE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75" name="Group 993">
              <a:extLst>
                <a:ext uri="{FF2B5EF4-FFF2-40B4-BE49-F238E27FC236}">
                  <a16:creationId xmlns:a16="http://schemas.microsoft.com/office/drawing/2014/main" id="{0F42B03A-C438-DE4D-7DE8-2304D9274C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994">
                <a:extLst>
                  <a:ext uri="{FF2B5EF4-FFF2-40B4-BE49-F238E27FC236}">
                    <a16:creationId xmlns:a16="http://schemas.microsoft.com/office/drawing/2014/main" id="{768A1509-298C-B738-8D3F-DAB036A23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7" name="AutoShape 995">
                <a:extLst>
                  <a:ext uri="{FF2B5EF4-FFF2-40B4-BE49-F238E27FC236}">
                    <a16:creationId xmlns:a16="http://schemas.microsoft.com/office/drawing/2014/main" id="{7AE592B9-D54D-A8AA-55A4-5F8C91073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6" name="Rectangle 996">
              <a:extLst>
                <a:ext uri="{FF2B5EF4-FFF2-40B4-BE49-F238E27FC236}">
                  <a16:creationId xmlns:a16="http://schemas.microsoft.com/office/drawing/2014/main" id="{37F5EA3F-57E9-4409-5E24-4B15598CE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7" name="Rectangle 997">
              <a:extLst>
                <a:ext uri="{FF2B5EF4-FFF2-40B4-BE49-F238E27FC236}">
                  <a16:creationId xmlns:a16="http://schemas.microsoft.com/office/drawing/2014/main" id="{109C201B-EBD2-CA0C-2E06-EE070F051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78" name="Group 998">
              <a:extLst>
                <a:ext uri="{FF2B5EF4-FFF2-40B4-BE49-F238E27FC236}">
                  <a16:creationId xmlns:a16="http://schemas.microsoft.com/office/drawing/2014/main" id="{C3DCD0B9-C04E-F57B-DAE7-C3F1AAC02E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999">
                <a:extLst>
                  <a:ext uri="{FF2B5EF4-FFF2-40B4-BE49-F238E27FC236}">
                    <a16:creationId xmlns:a16="http://schemas.microsoft.com/office/drawing/2014/main" id="{71E22EFA-4920-CF3C-DCC6-EFE2C4AD4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5" name="AutoShape 1000">
                <a:extLst>
                  <a:ext uri="{FF2B5EF4-FFF2-40B4-BE49-F238E27FC236}">
                    <a16:creationId xmlns:a16="http://schemas.microsoft.com/office/drawing/2014/main" id="{678B7AF1-8B91-9AB3-C69E-8F9066CCF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9" name="Freeform 1001">
              <a:extLst>
                <a:ext uri="{FF2B5EF4-FFF2-40B4-BE49-F238E27FC236}">
                  <a16:creationId xmlns:a16="http://schemas.microsoft.com/office/drawing/2014/main" id="{91447135-A5A1-DA80-2366-6EE13195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1002">
              <a:extLst>
                <a:ext uri="{FF2B5EF4-FFF2-40B4-BE49-F238E27FC236}">
                  <a16:creationId xmlns:a16="http://schemas.microsoft.com/office/drawing/2014/main" id="{8242AC25-6FEF-40F2-58F9-2846744A7A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1003">
                <a:extLst>
                  <a:ext uri="{FF2B5EF4-FFF2-40B4-BE49-F238E27FC236}">
                    <a16:creationId xmlns:a16="http://schemas.microsoft.com/office/drawing/2014/main" id="{896AF678-AA9B-7CF5-248A-71A02A3B7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AutoShape 1004">
                <a:extLst>
                  <a:ext uri="{FF2B5EF4-FFF2-40B4-BE49-F238E27FC236}">
                    <a16:creationId xmlns:a16="http://schemas.microsoft.com/office/drawing/2014/main" id="{2FBFA166-BA47-2B77-3972-37297F7D4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81" name="Rectangle 1005">
              <a:extLst>
                <a:ext uri="{FF2B5EF4-FFF2-40B4-BE49-F238E27FC236}">
                  <a16:creationId xmlns:a16="http://schemas.microsoft.com/office/drawing/2014/main" id="{CC845BD2-13F5-EE77-CDFD-4F985FAE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2" name="Freeform 1006">
              <a:extLst>
                <a:ext uri="{FF2B5EF4-FFF2-40B4-BE49-F238E27FC236}">
                  <a16:creationId xmlns:a16="http://schemas.microsoft.com/office/drawing/2014/main" id="{AF6EC77F-8B32-F20B-A073-E53D7E3C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Freeform 1007">
              <a:extLst>
                <a:ext uri="{FF2B5EF4-FFF2-40B4-BE49-F238E27FC236}">
                  <a16:creationId xmlns:a16="http://schemas.microsoft.com/office/drawing/2014/main" id="{C8C29581-726A-3E31-4EF8-8E24E3CD4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Oval 1008">
              <a:extLst>
                <a:ext uri="{FF2B5EF4-FFF2-40B4-BE49-F238E27FC236}">
                  <a16:creationId xmlns:a16="http://schemas.microsoft.com/office/drawing/2014/main" id="{E4E88748-C195-8F92-5FF3-4FCF24AAA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5" name="Freeform 1009">
              <a:extLst>
                <a:ext uri="{FF2B5EF4-FFF2-40B4-BE49-F238E27FC236}">
                  <a16:creationId xmlns:a16="http://schemas.microsoft.com/office/drawing/2014/main" id="{EA9549E0-0066-5580-FE78-F199AC6C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AutoShape 1010">
              <a:extLst>
                <a:ext uri="{FF2B5EF4-FFF2-40B4-BE49-F238E27FC236}">
                  <a16:creationId xmlns:a16="http://schemas.microsoft.com/office/drawing/2014/main" id="{7C6EF009-FE3F-F25B-BAAC-B9BDDC8E6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7" name="AutoShape 1011">
              <a:extLst>
                <a:ext uri="{FF2B5EF4-FFF2-40B4-BE49-F238E27FC236}">
                  <a16:creationId xmlns:a16="http://schemas.microsoft.com/office/drawing/2014/main" id="{D49510AB-9262-BA54-CC6E-E8CC9A526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8" name="Oval 1012">
              <a:extLst>
                <a:ext uri="{FF2B5EF4-FFF2-40B4-BE49-F238E27FC236}">
                  <a16:creationId xmlns:a16="http://schemas.microsoft.com/office/drawing/2014/main" id="{23F1B7CA-0635-3538-FDE4-0CCFD292F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Oval 1013">
              <a:extLst>
                <a:ext uri="{FF2B5EF4-FFF2-40B4-BE49-F238E27FC236}">
                  <a16:creationId xmlns:a16="http://schemas.microsoft.com/office/drawing/2014/main" id="{93190FBD-37D5-1460-49AC-ABEB6B2E8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1014">
              <a:extLst>
                <a:ext uri="{FF2B5EF4-FFF2-40B4-BE49-F238E27FC236}">
                  <a16:creationId xmlns:a16="http://schemas.microsoft.com/office/drawing/2014/main" id="{73208982-A643-2E61-AAD2-D0513A03B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1" name="Rectangle 1015">
              <a:extLst>
                <a:ext uri="{FF2B5EF4-FFF2-40B4-BE49-F238E27FC236}">
                  <a16:creationId xmlns:a16="http://schemas.microsoft.com/office/drawing/2014/main" id="{ACF2072A-1FEB-AAEE-5006-5FF9E5DF6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300" name="Group 590">
            <a:extLst>
              <a:ext uri="{FF2B5EF4-FFF2-40B4-BE49-F238E27FC236}">
                <a16:creationId xmlns:a16="http://schemas.microsoft.com/office/drawing/2014/main" id="{8003F9A1-0EDA-632A-9DB5-D9B3A344BE0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301" name="Picture 591" descr="desktop_computer_stylized_medium">
              <a:extLst>
                <a:ext uri="{FF2B5EF4-FFF2-40B4-BE49-F238E27FC236}">
                  <a16:creationId xmlns:a16="http://schemas.microsoft.com/office/drawing/2014/main" id="{6508BCC9-177C-BBEA-14C5-E9ECE32F76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2" name="Freeform 592">
              <a:extLst>
                <a:ext uri="{FF2B5EF4-FFF2-40B4-BE49-F238E27FC236}">
                  <a16:creationId xmlns:a16="http://schemas.microsoft.com/office/drawing/2014/main" id="{1A8F6B53-40E5-02D3-21F2-06FACC5BE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1A64DF6D-7CC9-8855-0B5F-1CF9D3C9F34B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2C5A1110-F1F5-16FC-1BCB-FA35F43AB24B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409" name="Picture 799" descr="cell_tower_radiation copy">
                <a:extLst>
                  <a:ext uri="{FF2B5EF4-FFF2-40B4-BE49-F238E27FC236}">
                    <a16:creationId xmlns:a16="http://schemas.microsoft.com/office/drawing/2014/main" id="{3386D28D-0813-E16A-77F3-60FC4ABD3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" name="Line 426">
                <a:extLst>
                  <a:ext uri="{FF2B5EF4-FFF2-40B4-BE49-F238E27FC236}">
                    <a16:creationId xmlns:a16="http://schemas.microsoft.com/office/drawing/2014/main" id="{01F67238-A51E-99DC-D9A8-C6D7A1E023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1" name="Group 783">
                <a:extLst>
                  <a:ext uri="{FF2B5EF4-FFF2-40B4-BE49-F238E27FC236}">
                    <a16:creationId xmlns:a16="http://schemas.microsoft.com/office/drawing/2014/main" id="{E5DF8422-6B62-E903-A119-0C202D590B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424" name="Line 270">
                  <a:extLst>
                    <a:ext uri="{FF2B5EF4-FFF2-40B4-BE49-F238E27FC236}">
                      <a16:creationId xmlns:a16="http://schemas.microsoft.com/office/drawing/2014/main" id="{21ECA480-2C65-0053-892E-CB4FE8A95E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5" name="Line 271">
                  <a:extLst>
                    <a:ext uri="{FF2B5EF4-FFF2-40B4-BE49-F238E27FC236}">
                      <a16:creationId xmlns:a16="http://schemas.microsoft.com/office/drawing/2014/main" id="{CC40F72B-0AE1-64EB-93A9-1664A68E62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6" name="Line 272">
                  <a:extLst>
                    <a:ext uri="{FF2B5EF4-FFF2-40B4-BE49-F238E27FC236}">
                      <a16:creationId xmlns:a16="http://schemas.microsoft.com/office/drawing/2014/main" id="{F2F77599-8FA6-E3B4-E8EF-981EFA1D2B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7" name="Line 273">
                  <a:extLst>
                    <a:ext uri="{FF2B5EF4-FFF2-40B4-BE49-F238E27FC236}">
                      <a16:creationId xmlns:a16="http://schemas.microsoft.com/office/drawing/2014/main" id="{39A80961-6243-5065-92CE-380346C7B2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8" name="Line 274">
                  <a:extLst>
                    <a:ext uri="{FF2B5EF4-FFF2-40B4-BE49-F238E27FC236}">
                      <a16:creationId xmlns:a16="http://schemas.microsoft.com/office/drawing/2014/main" id="{71CB59BD-D428-765F-E922-FB955E33B9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Line 275">
                  <a:extLst>
                    <a:ext uri="{FF2B5EF4-FFF2-40B4-BE49-F238E27FC236}">
                      <a16:creationId xmlns:a16="http://schemas.microsoft.com/office/drawing/2014/main" id="{BF62A53B-C784-75DD-B623-309AD03847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Line 276">
                  <a:extLst>
                    <a:ext uri="{FF2B5EF4-FFF2-40B4-BE49-F238E27FC236}">
                      <a16:creationId xmlns:a16="http://schemas.microsoft.com/office/drawing/2014/main" id="{F8C4C9EF-33DE-1EAA-9F74-49103CD991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Line 277">
                  <a:extLst>
                    <a:ext uri="{FF2B5EF4-FFF2-40B4-BE49-F238E27FC236}">
                      <a16:creationId xmlns:a16="http://schemas.microsoft.com/office/drawing/2014/main" id="{DB79D1DD-A41A-A165-6DB2-70F97FCF34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Line 278">
                  <a:extLst>
                    <a:ext uri="{FF2B5EF4-FFF2-40B4-BE49-F238E27FC236}">
                      <a16:creationId xmlns:a16="http://schemas.microsoft.com/office/drawing/2014/main" id="{4C7873CA-03DB-6721-3D96-C0BB104400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Line 279">
                  <a:extLst>
                    <a:ext uri="{FF2B5EF4-FFF2-40B4-BE49-F238E27FC236}">
                      <a16:creationId xmlns:a16="http://schemas.microsoft.com/office/drawing/2014/main" id="{B7A2DDB6-CB5E-08A0-6085-F6ECD8769A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4" name="Line 280">
                  <a:extLst>
                    <a:ext uri="{FF2B5EF4-FFF2-40B4-BE49-F238E27FC236}">
                      <a16:creationId xmlns:a16="http://schemas.microsoft.com/office/drawing/2014/main" id="{00171944-7791-12D9-1F71-4FDF2310E1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5" name="Line 281">
                  <a:extLst>
                    <a:ext uri="{FF2B5EF4-FFF2-40B4-BE49-F238E27FC236}">
                      <a16:creationId xmlns:a16="http://schemas.microsoft.com/office/drawing/2014/main" id="{69981899-EB66-61E6-9AF4-C432CF3C0F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6" name="Line 282">
                  <a:extLst>
                    <a:ext uri="{FF2B5EF4-FFF2-40B4-BE49-F238E27FC236}">
                      <a16:creationId xmlns:a16="http://schemas.microsoft.com/office/drawing/2014/main" id="{2D356341-ADD6-6316-1A8C-578D9E0C47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7" name="Line 283">
                  <a:extLst>
                    <a:ext uri="{FF2B5EF4-FFF2-40B4-BE49-F238E27FC236}">
                      <a16:creationId xmlns:a16="http://schemas.microsoft.com/office/drawing/2014/main" id="{F992A25B-E593-DD75-7F3D-87503B622A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8" name="Line 284">
                  <a:extLst>
                    <a:ext uri="{FF2B5EF4-FFF2-40B4-BE49-F238E27FC236}">
                      <a16:creationId xmlns:a16="http://schemas.microsoft.com/office/drawing/2014/main" id="{631DAA91-8407-3A0B-CDE1-5E2C108F0E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2" name="Group 411">
                <a:extLst>
                  <a:ext uri="{FF2B5EF4-FFF2-40B4-BE49-F238E27FC236}">
                    <a16:creationId xmlns:a16="http://schemas.microsoft.com/office/drawing/2014/main" id="{F670724E-73AC-8034-04B1-EFB58B485016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EA7BAE7-7AE7-5758-5A6A-EB5F33E3B46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E4839707-0C40-9B68-17E8-0D1023C6BE5E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D1A69C90-1067-515B-DA6E-6667D4E18972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040A1A90-BF68-D5EB-6BF3-BE7B0F2FEE1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Freeform 420">
                    <a:extLst>
                      <a:ext uri="{FF2B5EF4-FFF2-40B4-BE49-F238E27FC236}">
                        <a16:creationId xmlns:a16="http://schemas.microsoft.com/office/drawing/2014/main" id="{D13849B9-A0F1-0064-5AD2-B343CC329A9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2" name="Freeform 421">
                    <a:extLst>
                      <a:ext uri="{FF2B5EF4-FFF2-40B4-BE49-F238E27FC236}">
                        <a16:creationId xmlns:a16="http://schemas.microsoft.com/office/drawing/2014/main" id="{DC989EBF-4ACA-9046-3842-A0F1A292942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Freeform 422">
                    <a:extLst>
                      <a:ext uri="{FF2B5EF4-FFF2-40B4-BE49-F238E27FC236}">
                        <a16:creationId xmlns:a16="http://schemas.microsoft.com/office/drawing/2014/main" id="{F5AD4F73-013D-F0AE-D70D-91941A11A8B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413" name="Picture 654" descr="antenna_radiation_stylized">
                <a:extLst>
                  <a:ext uri="{FF2B5EF4-FFF2-40B4-BE49-F238E27FC236}">
                    <a16:creationId xmlns:a16="http://schemas.microsoft.com/office/drawing/2014/main" id="{E8C8D69D-2167-1AFB-0B42-3093C1D63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4" name="Picture 1017" descr="antenna_stylized">
                <a:extLst>
                  <a:ext uri="{FF2B5EF4-FFF2-40B4-BE49-F238E27FC236}">
                    <a16:creationId xmlns:a16="http://schemas.microsoft.com/office/drawing/2014/main" id="{8A45478E-C75B-6B8B-01F7-7BD4E2086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5" name="Picture 1017" descr="antenna_stylized">
                <a:extLst>
                  <a:ext uri="{FF2B5EF4-FFF2-40B4-BE49-F238E27FC236}">
                    <a16:creationId xmlns:a16="http://schemas.microsoft.com/office/drawing/2014/main" id="{488B9A9F-2D1E-6301-519E-1FFF303B5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6" name="Picture 1017" descr="antenna_stylized">
                <a:extLst>
                  <a:ext uri="{FF2B5EF4-FFF2-40B4-BE49-F238E27FC236}">
                    <a16:creationId xmlns:a16="http://schemas.microsoft.com/office/drawing/2014/main" id="{A1866358-F0CC-4AF6-00FE-3BB843D745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6F5B8A58-3A18-8F8A-874A-9B36B9AA1135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394" name="Picture 777" descr="access_point_stylized_small">
                <a:extLst>
                  <a:ext uri="{FF2B5EF4-FFF2-40B4-BE49-F238E27FC236}">
                    <a16:creationId xmlns:a16="http://schemas.microsoft.com/office/drawing/2014/main" id="{F3851AAA-D8A7-5F59-AED7-35EC45568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FCD5F77F-6929-C4C4-B8ED-23DB8BAA996C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96" name="Line 443">
                  <a:extLst>
                    <a:ext uri="{FF2B5EF4-FFF2-40B4-BE49-F238E27FC236}">
                      <a16:creationId xmlns:a16="http://schemas.microsoft.com/office/drawing/2014/main" id="{356FC7BA-ACE8-D8E9-AAFA-81BB3A70ED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Line 449">
                  <a:extLst>
                    <a:ext uri="{FF2B5EF4-FFF2-40B4-BE49-F238E27FC236}">
                      <a16:creationId xmlns:a16="http://schemas.microsoft.com/office/drawing/2014/main" id="{DAA8C409-1C8C-119D-0275-AC2504FFF9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398" name="Picture 778" descr="antenna_radiation_stylized">
                  <a:extLst>
                    <a:ext uri="{FF2B5EF4-FFF2-40B4-BE49-F238E27FC236}">
                      <a16:creationId xmlns:a16="http://schemas.microsoft.com/office/drawing/2014/main" id="{2D26507B-1BCF-7B17-80F9-5CD32C80011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9" name="Group 398">
                  <a:extLst>
                    <a:ext uri="{FF2B5EF4-FFF2-40B4-BE49-F238E27FC236}">
                      <a16:creationId xmlns:a16="http://schemas.microsoft.com/office/drawing/2014/main" id="{5BBE4CB0-DBDB-63C4-2001-115282FE0197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C55EFC03-100B-83B4-6AC0-3C1130F84883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03" name="Oval 402">
                    <a:extLst>
                      <a:ext uri="{FF2B5EF4-FFF2-40B4-BE49-F238E27FC236}">
                        <a16:creationId xmlns:a16="http://schemas.microsoft.com/office/drawing/2014/main" id="{596D6F23-601C-2FB3-C6D3-94B9ABB8091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04" name="Group 403">
                    <a:extLst>
                      <a:ext uri="{FF2B5EF4-FFF2-40B4-BE49-F238E27FC236}">
                        <a16:creationId xmlns:a16="http://schemas.microsoft.com/office/drawing/2014/main" id="{E4C3730B-08F8-32B0-9777-C6E3329A36E1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E6A6831C-1DB3-A3CE-FD3F-EF08472BC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06" name="Freeform 405">
                      <a:extLst>
                        <a:ext uri="{FF2B5EF4-FFF2-40B4-BE49-F238E27FC236}">
                          <a16:creationId xmlns:a16="http://schemas.microsoft.com/office/drawing/2014/main" id="{37DA5D5F-FC11-DF06-691C-37C243FCBF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07" name="Freeform 406">
                      <a:extLst>
                        <a:ext uri="{FF2B5EF4-FFF2-40B4-BE49-F238E27FC236}">
                          <a16:creationId xmlns:a16="http://schemas.microsoft.com/office/drawing/2014/main" id="{2559FB6A-389C-DD2E-997C-0C2212712F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08" name="Freeform 407">
                      <a:extLst>
                        <a:ext uri="{FF2B5EF4-FFF2-40B4-BE49-F238E27FC236}">
                          <a16:creationId xmlns:a16="http://schemas.microsoft.com/office/drawing/2014/main" id="{8F987469-3C51-53D3-F08E-15EB62F095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00" name="Picture 1115" descr="antenna_stylized">
                  <a:extLst>
                    <a:ext uri="{FF2B5EF4-FFF2-40B4-BE49-F238E27FC236}">
                      <a16:creationId xmlns:a16="http://schemas.microsoft.com/office/drawing/2014/main" id="{591AE0C8-4B5D-1ED0-0C35-007996A86BC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1115" descr="antenna_stylized">
                  <a:extLst>
                    <a:ext uri="{FF2B5EF4-FFF2-40B4-BE49-F238E27FC236}">
                      <a16:creationId xmlns:a16="http://schemas.microsoft.com/office/drawing/2014/main" id="{57536B25-0E1C-6CA0-2EFD-DD994F158D5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322DE6C3-9362-27C0-E4BD-763FF4B2530A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380" name="Group 379">
                <a:extLst>
                  <a:ext uri="{FF2B5EF4-FFF2-40B4-BE49-F238E27FC236}">
                    <a16:creationId xmlns:a16="http://schemas.microsoft.com/office/drawing/2014/main" id="{AA1E8206-AB58-8ACD-BD91-60E087736067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387" name="Freeform 386">
                  <a:extLst>
                    <a:ext uri="{FF2B5EF4-FFF2-40B4-BE49-F238E27FC236}">
                      <a16:creationId xmlns:a16="http://schemas.microsoft.com/office/drawing/2014/main" id="{74984BB7-5514-569C-3B81-6F8D25EDF8C1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DA93B2E4-DEAA-0902-5BD1-503871820E8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89" name="Group 388">
                  <a:extLst>
                    <a:ext uri="{FF2B5EF4-FFF2-40B4-BE49-F238E27FC236}">
                      <a16:creationId xmlns:a16="http://schemas.microsoft.com/office/drawing/2014/main" id="{ABCA6208-DD78-3424-ADAB-92E67D7E71F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C335AFD3-5271-12D6-6976-4D528933E0B8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Freeform 390">
                    <a:extLst>
                      <a:ext uri="{FF2B5EF4-FFF2-40B4-BE49-F238E27FC236}">
                        <a16:creationId xmlns:a16="http://schemas.microsoft.com/office/drawing/2014/main" id="{9D8981F5-23E4-1B6D-3F34-B42B7A2D07A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2" name="Freeform 391">
                    <a:extLst>
                      <a:ext uri="{FF2B5EF4-FFF2-40B4-BE49-F238E27FC236}">
                        <a16:creationId xmlns:a16="http://schemas.microsoft.com/office/drawing/2014/main" id="{D3D273D7-2D1E-428B-BF6D-AF87010DD5DA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3" name="Freeform 392">
                    <a:extLst>
                      <a:ext uri="{FF2B5EF4-FFF2-40B4-BE49-F238E27FC236}">
                        <a16:creationId xmlns:a16="http://schemas.microsoft.com/office/drawing/2014/main" id="{DCC544E7-3886-0ACF-7E6C-BCD1E4E34C4A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1" name="Group 380">
                <a:extLst>
                  <a:ext uri="{FF2B5EF4-FFF2-40B4-BE49-F238E27FC236}">
                    <a16:creationId xmlns:a16="http://schemas.microsoft.com/office/drawing/2014/main" id="{195DF5CC-B480-5633-4123-600F8CA6763D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33C65D03-4AD7-0374-61C3-EDB177BDC725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760C7907-04BD-3331-53BC-1618821CF753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84" name="Picture 383" descr="server_rack.png">
                    <a:extLst>
                      <a:ext uri="{FF2B5EF4-FFF2-40B4-BE49-F238E27FC236}">
                        <a16:creationId xmlns:a16="http://schemas.microsoft.com/office/drawing/2014/main" id="{460747B0-25E1-CF11-CBF8-EEAD774FE67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5" name="Picture 384" descr="server_rack.png">
                    <a:extLst>
                      <a:ext uri="{FF2B5EF4-FFF2-40B4-BE49-F238E27FC236}">
                        <a16:creationId xmlns:a16="http://schemas.microsoft.com/office/drawing/2014/main" id="{5D83D30C-F6F5-83AC-7CAE-234E7EC169B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6" name="Picture 385" descr="server_rack.png">
                    <a:extLst>
                      <a:ext uri="{FF2B5EF4-FFF2-40B4-BE49-F238E27FC236}">
                        <a16:creationId xmlns:a16="http://schemas.microsoft.com/office/drawing/2014/main" id="{8776CEB8-C26A-3C5C-DEDB-088FA6B1B9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307" name="Group 306">
              <a:extLst>
                <a:ext uri="{FF2B5EF4-FFF2-40B4-BE49-F238E27FC236}">
                  <a16:creationId xmlns:a16="http://schemas.microsoft.com/office/drawing/2014/main" id="{B4F9949B-BAB7-2029-1194-CCD34E2D8011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323" name="Line 428">
                <a:extLst>
                  <a:ext uri="{FF2B5EF4-FFF2-40B4-BE49-F238E27FC236}">
                    <a16:creationId xmlns:a16="http://schemas.microsoft.com/office/drawing/2014/main" id="{B67396F6-5BA2-9295-2FE6-E8BB71DEE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4" name="Line 435">
                <a:extLst>
                  <a:ext uri="{FF2B5EF4-FFF2-40B4-BE49-F238E27FC236}">
                    <a16:creationId xmlns:a16="http://schemas.microsoft.com/office/drawing/2014/main" id="{AFF9A220-ED4D-E391-692C-0C4B909E57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Line 440">
                <a:extLst>
                  <a:ext uri="{FF2B5EF4-FFF2-40B4-BE49-F238E27FC236}">
                    <a16:creationId xmlns:a16="http://schemas.microsoft.com/office/drawing/2014/main" id="{3E7048E2-E4D0-24BE-7D8B-01DF60EF59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BC45A323-259E-D1E4-C014-1385EF751D62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327" name="Line 430">
                  <a:extLst>
                    <a:ext uri="{FF2B5EF4-FFF2-40B4-BE49-F238E27FC236}">
                      <a16:creationId xmlns:a16="http://schemas.microsoft.com/office/drawing/2014/main" id="{FC5EF588-93F1-C8B0-B700-6BAC61B94B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31">
                  <a:extLst>
                    <a:ext uri="{FF2B5EF4-FFF2-40B4-BE49-F238E27FC236}">
                      <a16:creationId xmlns:a16="http://schemas.microsoft.com/office/drawing/2014/main" id="{3F0FA5FF-A1E7-4FA0-C65B-8BE5D45B08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Line 432">
                  <a:extLst>
                    <a:ext uri="{FF2B5EF4-FFF2-40B4-BE49-F238E27FC236}">
                      <a16:creationId xmlns:a16="http://schemas.microsoft.com/office/drawing/2014/main" id="{7D2593FE-4B22-923C-37FC-C57141272C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Line 433">
                  <a:extLst>
                    <a:ext uri="{FF2B5EF4-FFF2-40B4-BE49-F238E27FC236}">
                      <a16:creationId xmlns:a16="http://schemas.microsoft.com/office/drawing/2014/main" id="{18833D7E-B9BC-797A-081D-A3EC9359A6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1" name="Line 436">
                  <a:extLst>
                    <a:ext uri="{FF2B5EF4-FFF2-40B4-BE49-F238E27FC236}">
                      <a16:creationId xmlns:a16="http://schemas.microsoft.com/office/drawing/2014/main" id="{5815D008-B843-D53B-9312-D706A63783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2" name="Line 439">
                  <a:extLst>
                    <a:ext uri="{FF2B5EF4-FFF2-40B4-BE49-F238E27FC236}">
                      <a16:creationId xmlns:a16="http://schemas.microsoft.com/office/drawing/2014/main" id="{F6A08D4C-34E1-F5BD-A0C7-52B582C802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Line 440">
                  <a:extLst>
                    <a:ext uri="{FF2B5EF4-FFF2-40B4-BE49-F238E27FC236}">
                      <a16:creationId xmlns:a16="http://schemas.microsoft.com/office/drawing/2014/main" id="{645C1F9E-3DFA-BC04-9B8E-9C6F6F9A80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4" name="Line 441">
                  <a:extLst>
                    <a:ext uri="{FF2B5EF4-FFF2-40B4-BE49-F238E27FC236}">
                      <a16:creationId xmlns:a16="http://schemas.microsoft.com/office/drawing/2014/main" id="{89149FB6-C276-1E4D-DA07-38A32263FD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Line 428">
                  <a:extLst>
                    <a:ext uri="{FF2B5EF4-FFF2-40B4-BE49-F238E27FC236}">
                      <a16:creationId xmlns:a16="http://schemas.microsoft.com/office/drawing/2014/main" id="{D2DA3D46-E31F-5D31-1D78-4024CA7F49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336" name="Picture 781" descr="antenna_radiation_stylized">
                  <a:extLst>
                    <a:ext uri="{FF2B5EF4-FFF2-40B4-BE49-F238E27FC236}">
                      <a16:creationId xmlns:a16="http://schemas.microsoft.com/office/drawing/2014/main" id="{205BC1AB-1731-172A-9AE8-BFE3A711393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Picture 780" descr="access_point_stylized_small">
                  <a:extLst>
                    <a:ext uri="{FF2B5EF4-FFF2-40B4-BE49-F238E27FC236}">
                      <a16:creationId xmlns:a16="http://schemas.microsoft.com/office/drawing/2014/main" id="{A05E5C66-BCF1-7568-42B4-BBE0C2C3E89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38" name="Group 337">
                  <a:extLst>
                    <a:ext uri="{FF2B5EF4-FFF2-40B4-BE49-F238E27FC236}">
                      <a16:creationId xmlns:a16="http://schemas.microsoft.com/office/drawing/2014/main" id="{801C300E-5EDD-84F1-5E71-33AF64A0DD0E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373" name="Freeform 372">
                    <a:extLst>
                      <a:ext uri="{FF2B5EF4-FFF2-40B4-BE49-F238E27FC236}">
                        <a16:creationId xmlns:a16="http://schemas.microsoft.com/office/drawing/2014/main" id="{91693F5C-27A5-5B6D-2C88-ABD197CF325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74" name="Oval 373">
                    <a:extLst>
                      <a:ext uri="{FF2B5EF4-FFF2-40B4-BE49-F238E27FC236}">
                        <a16:creationId xmlns:a16="http://schemas.microsoft.com/office/drawing/2014/main" id="{F2E06335-AB31-890B-7FE8-26A9F43105A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75" name="Group 374">
                    <a:extLst>
                      <a:ext uri="{FF2B5EF4-FFF2-40B4-BE49-F238E27FC236}">
                        <a16:creationId xmlns:a16="http://schemas.microsoft.com/office/drawing/2014/main" id="{0E0BA372-1C19-D45B-37A8-E8CEF8943859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6D8D553D-2EBC-84AB-4AD2-0AE9CEEC95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7" name="Freeform 376">
                      <a:extLst>
                        <a:ext uri="{FF2B5EF4-FFF2-40B4-BE49-F238E27FC236}">
                          <a16:creationId xmlns:a16="http://schemas.microsoft.com/office/drawing/2014/main" id="{581554E0-C27C-941F-CA21-C4C05FF094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8" name="Freeform 377">
                      <a:extLst>
                        <a:ext uri="{FF2B5EF4-FFF2-40B4-BE49-F238E27FC236}">
                          <a16:creationId xmlns:a16="http://schemas.microsoft.com/office/drawing/2014/main" id="{77ECAAF4-B949-E886-73EB-8731CB6ACF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9" name="Freeform 378">
                      <a:extLst>
                        <a:ext uri="{FF2B5EF4-FFF2-40B4-BE49-F238E27FC236}">
                          <a16:creationId xmlns:a16="http://schemas.microsoft.com/office/drawing/2014/main" id="{AD5EC67B-79E4-55C7-84BA-EE11F08BA0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39" name="Group 338">
                  <a:extLst>
                    <a:ext uri="{FF2B5EF4-FFF2-40B4-BE49-F238E27FC236}">
                      <a16:creationId xmlns:a16="http://schemas.microsoft.com/office/drawing/2014/main" id="{F334A2CD-A63A-2A8B-6DAA-DD13F115A2B1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366" name="Rectangle 365">
                    <a:extLst>
                      <a:ext uri="{FF2B5EF4-FFF2-40B4-BE49-F238E27FC236}">
                        <a16:creationId xmlns:a16="http://schemas.microsoft.com/office/drawing/2014/main" id="{648A4297-CB98-D968-F363-AA7B036BF27A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7" name="Freeform 366">
                    <a:extLst>
                      <a:ext uri="{FF2B5EF4-FFF2-40B4-BE49-F238E27FC236}">
                        <a16:creationId xmlns:a16="http://schemas.microsoft.com/office/drawing/2014/main" id="{4E4A52ED-30E7-2662-DB18-24762799F4F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68" name="Group 367">
                    <a:extLst>
                      <a:ext uri="{FF2B5EF4-FFF2-40B4-BE49-F238E27FC236}">
                        <a16:creationId xmlns:a16="http://schemas.microsoft.com/office/drawing/2014/main" id="{A2D66734-1C9A-6126-8356-4FE8E70CAC36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388FCF2A-30B8-A723-D773-5592AE1457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AFBDF217-5A7C-6FFA-5D53-773A55B6EB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F9C85869-BBF1-E6F6-DDA8-ED301F3E5D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D714B6A8-EF74-B0B9-F7C1-658C6053F8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40" name="Group 339">
                  <a:extLst>
                    <a:ext uri="{FF2B5EF4-FFF2-40B4-BE49-F238E27FC236}">
                      <a16:creationId xmlns:a16="http://schemas.microsoft.com/office/drawing/2014/main" id="{A279AE15-E2A8-703A-FF30-AFD98821B873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359" name="Freeform 358">
                    <a:extLst>
                      <a:ext uri="{FF2B5EF4-FFF2-40B4-BE49-F238E27FC236}">
                        <a16:creationId xmlns:a16="http://schemas.microsoft.com/office/drawing/2014/main" id="{95B57D3A-EEB9-7B06-ACEB-4A523718365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60" name="Oval 359">
                    <a:extLst>
                      <a:ext uri="{FF2B5EF4-FFF2-40B4-BE49-F238E27FC236}">
                        <a16:creationId xmlns:a16="http://schemas.microsoft.com/office/drawing/2014/main" id="{86F5582C-5337-77CE-ED32-713DFA64DCF2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61" name="Group 360">
                    <a:extLst>
                      <a:ext uri="{FF2B5EF4-FFF2-40B4-BE49-F238E27FC236}">
                        <a16:creationId xmlns:a16="http://schemas.microsoft.com/office/drawing/2014/main" id="{9FC1ED85-0C92-EC46-D0EE-570D0F1E1C93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7CF2246B-5FC2-FFE0-192E-FD52131CBD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3" name="Freeform 362">
                      <a:extLst>
                        <a:ext uri="{FF2B5EF4-FFF2-40B4-BE49-F238E27FC236}">
                          <a16:creationId xmlns:a16="http://schemas.microsoft.com/office/drawing/2014/main" id="{5F7513AA-CFAA-AA3B-4069-4DE04F3316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4" name="Freeform 363">
                      <a:extLst>
                        <a:ext uri="{FF2B5EF4-FFF2-40B4-BE49-F238E27FC236}">
                          <a16:creationId xmlns:a16="http://schemas.microsoft.com/office/drawing/2014/main" id="{2346A954-D2D8-9C02-F53C-7BF313F25C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Freeform 364">
                      <a:extLst>
                        <a:ext uri="{FF2B5EF4-FFF2-40B4-BE49-F238E27FC236}">
                          <a16:creationId xmlns:a16="http://schemas.microsoft.com/office/drawing/2014/main" id="{EEEACA21-8294-731C-1B0D-B7A6C8011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5FD36047-287A-C6D3-2AEA-49DACB55683D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352" name="Rectangle 351">
                    <a:extLst>
                      <a:ext uri="{FF2B5EF4-FFF2-40B4-BE49-F238E27FC236}">
                        <a16:creationId xmlns:a16="http://schemas.microsoft.com/office/drawing/2014/main" id="{C317A49D-8E7A-3351-11E9-465E60ABEA88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3" name="Freeform 352">
                    <a:extLst>
                      <a:ext uri="{FF2B5EF4-FFF2-40B4-BE49-F238E27FC236}">
                        <a16:creationId xmlns:a16="http://schemas.microsoft.com/office/drawing/2014/main" id="{6C26B45D-54EE-FECF-C8FE-DD2E99BC987A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54" name="Group 353">
                    <a:extLst>
                      <a:ext uri="{FF2B5EF4-FFF2-40B4-BE49-F238E27FC236}">
                        <a16:creationId xmlns:a16="http://schemas.microsoft.com/office/drawing/2014/main" id="{BAAEA0EE-3094-9A7B-EC7A-BF56BD5D5879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355" name="Freeform 354">
                      <a:extLst>
                        <a:ext uri="{FF2B5EF4-FFF2-40B4-BE49-F238E27FC236}">
                          <a16:creationId xmlns:a16="http://schemas.microsoft.com/office/drawing/2014/main" id="{7C0D42D8-5CCF-5D23-84C9-1FA7D1402D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BEE9AA0A-AB81-76C0-35D2-857B0FC0B3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7" name="Freeform 356">
                      <a:extLst>
                        <a:ext uri="{FF2B5EF4-FFF2-40B4-BE49-F238E27FC236}">
                          <a16:creationId xmlns:a16="http://schemas.microsoft.com/office/drawing/2014/main" id="{8F973C2D-AFA0-8037-F5E4-3A0BD30A1F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8" name="Freeform 357">
                      <a:extLst>
                        <a:ext uri="{FF2B5EF4-FFF2-40B4-BE49-F238E27FC236}">
                          <a16:creationId xmlns:a16="http://schemas.microsoft.com/office/drawing/2014/main" id="{F25D8D1E-F4A9-BFA2-2C2E-F055B507B5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42" name="Group 341">
                  <a:extLst>
                    <a:ext uri="{FF2B5EF4-FFF2-40B4-BE49-F238E27FC236}">
                      <a16:creationId xmlns:a16="http://schemas.microsoft.com/office/drawing/2014/main" id="{CAB47D00-6221-CCB4-8F0A-8E223B5E60BF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345" name="Freeform 344">
                    <a:extLst>
                      <a:ext uri="{FF2B5EF4-FFF2-40B4-BE49-F238E27FC236}">
                        <a16:creationId xmlns:a16="http://schemas.microsoft.com/office/drawing/2014/main" id="{8D8224E5-48D2-802B-C965-F9E784A4CD75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FB80961E-BDE5-F86F-42B4-0903E3869747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47" name="Group 346">
                    <a:extLst>
                      <a:ext uri="{FF2B5EF4-FFF2-40B4-BE49-F238E27FC236}">
                        <a16:creationId xmlns:a16="http://schemas.microsoft.com/office/drawing/2014/main" id="{2CA16D2C-D2CF-066E-A49D-922E978742F3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247422E3-AC22-42BA-1AC6-88EF2C2130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49" name="Freeform 348">
                      <a:extLst>
                        <a:ext uri="{FF2B5EF4-FFF2-40B4-BE49-F238E27FC236}">
                          <a16:creationId xmlns:a16="http://schemas.microsoft.com/office/drawing/2014/main" id="{EA8AB845-6347-75D3-4E9F-5C79F73190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0" name="Freeform 349">
                      <a:extLst>
                        <a:ext uri="{FF2B5EF4-FFF2-40B4-BE49-F238E27FC236}">
                          <a16:creationId xmlns:a16="http://schemas.microsoft.com/office/drawing/2014/main" id="{688667E4-BBF9-81AA-E19C-942BE67898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1" name="Freeform 350">
                      <a:extLst>
                        <a:ext uri="{FF2B5EF4-FFF2-40B4-BE49-F238E27FC236}">
                          <a16:creationId xmlns:a16="http://schemas.microsoft.com/office/drawing/2014/main" id="{E35E8EB0-CBBB-7EC6-1BC4-49531B9BA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343" name="Picture 1065" descr="antenna_stylized">
                  <a:extLst>
                    <a:ext uri="{FF2B5EF4-FFF2-40B4-BE49-F238E27FC236}">
                      <a16:creationId xmlns:a16="http://schemas.microsoft.com/office/drawing/2014/main" id="{48ABAD9D-6981-5CB5-5C72-F0BDED3431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Picture 1065" descr="antenna_stylized">
                  <a:extLst>
                    <a:ext uri="{FF2B5EF4-FFF2-40B4-BE49-F238E27FC236}">
                      <a16:creationId xmlns:a16="http://schemas.microsoft.com/office/drawing/2014/main" id="{91E09E3B-8E60-0E97-3610-89616D5EF0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9FE2B4CE-CC49-431F-DD01-5DADFE2CE2FB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4838F712-A6D6-5753-5587-8E6E7A2BEDC3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76DF18C7-535A-BDDB-7359-CA6486A03544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19" name="Group 318">
                  <a:extLst>
                    <a:ext uri="{FF2B5EF4-FFF2-40B4-BE49-F238E27FC236}">
                      <a16:creationId xmlns:a16="http://schemas.microsoft.com/office/drawing/2014/main" id="{3B3F2614-96DB-556D-CCCA-21390CBB32E7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20" name="Picture 319" descr="server_rack.png">
                    <a:extLst>
                      <a:ext uri="{FF2B5EF4-FFF2-40B4-BE49-F238E27FC236}">
                        <a16:creationId xmlns:a16="http://schemas.microsoft.com/office/drawing/2014/main" id="{CA2B2219-FB65-05DA-85D2-9AD5DB73021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21" name="Picture 320" descr="server_rack.png">
                    <a:extLst>
                      <a:ext uri="{FF2B5EF4-FFF2-40B4-BE49-F238E27FC236}">
                        <a16:creationId xmlns:a16="http://schemas.microsoft.com/office/drawing/2014/main" id="{393D26AB-A544-E754-C756-B45FC5B01C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22" name="Picture 321" descr="server_rack.png">
                    <a:extLst>
                      <a:ext uri="{FF2B5EF4-FFF2-40B4-BE49-F238E27FC236}">
                        <a16:creationId xmlns:a16="http://schemas.microsoft.com/office/drawing/2014/main" id="{BD3CE950-D122-9FE3-7E25-83F2B26E37F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194A0535-A491-F9E8-56D7-9E108D74B1A4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DF11CCA3-5CFD-DBAC-EC58-26CECFBEE96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2E5A8536-784A-8C02-BA7C-7BA0F6933DD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A57C0FF4-68EC-3A07-240C-F3025521552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4F174611-C9A0-2F73-4B9F-BF3D08CC946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23250ED0-9EC1-65A7-7DD8-127610F3C9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9F26E32A-D29D-723B-C462-7715012B45A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A619DCF4-A88D-7ED3-9336-FC4639C8EC4B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40D237EF-8CDB-EBBD-5FA9-1BF58E8CC0B1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7C1E8363-6003-AAF3-826F-9087B947ACD4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440">
              <a:extLst>
                <a:ext uri="{FF2B5EF4-FFF2-40B4-BE49-F238E27FC236}">
                  <a16:creationId xmlns:a16="http://schemas.microsoft.com/office/drawing/2014/main" id="{71B37D6D-FE80-38F3-A6AE-62B300871A5C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2" name="Freeform 441">
            <a:extLst>
              <a:ext uri="{FF2B5EF4-FFF2-40B4-BE49-F238E27FC236}">
                <a16:creationId xmlns:a16="http://schemas.microsoft.com/office/drawing/2014/main" id="{2376D22C-2A7F-0361-5685-92CB0A548FA3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TextBox 442">
            <a:extLst>
              <a:ext uri="{FF2B5EF4-FFF2-40B4-BE49-F238E27FC236}">
                <a16:creationId xmlns:a16="http://schemas.microsoft.com/office/drawing/2014/main" id="{1D1D827A-E11F-407B-E45E-6F6E54C8CF17}"/>
              </a:ext>
            </a:extLst>
          </p:cNvPr>
          <p:cNvSpPr txBox="1"/>
          <p:nvPr/>
        </p:nvSpPr>
        <p:spPr>
          <a:xfrm>
            <a:off x="7246488" y="193821"/>
            <a:ext cx="4601679" cy="1015663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000" dirty="0"/>
              <a:t>Definition: </a:t>
            </a:r>
            <a:r>
              <a:rPr lang="en-US" sz="2000" b="1" dirty="0"/>
              <a:t>ISP </a:t>
            </a:r>
            <a:r>
              <a:rPr lang="en-US" sz="2000" dirty="0"/>
              <a:t>(Internet Service Provider): entity/organization that manages a given network</a:t>
            </a:r>
            <a:endParaRPr lang="en-US" sz="2000" b="1" dirty="0"/>
          </a:p>
        </p:txBody>
      </p:sp>
    </p:spTree>
    <p:extLst>
      <p:ext uri="{BB962C8B-B14F-4D97-AF65-F5344CB8AC3E}">
        <p14:creationId xmlns:p14="http://schemas.microsoft.com/office/powerpoint/2010/main" val="414897813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8A521D-29C4-E6E7-E493-80C428B1B3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CA0D13-6FB6-C70D-9613-7BD53B721E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Internet structure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80137A3-C31A-2D54-52BC-4CE7D6AA735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5257800" cy="4351338"/>
          </a:xfrm>
        </p:spPr>
        <p:txBody>
          <a:bodyPr/>
          <a:lstStyle/>
          <a:p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network </a:t>
            </a:r>
            <a:r>
              <a:rPr lang="en-US" b="1" dirty="0">
                <a:solidFill>
                  <a:schemeClr val="bg2">
                    <a:lumMod val="75000"/>
                  </a:schemeClr>
                </a:solidFill>
              </a:rPr>
              <a:t>core:</a:t>
            </a:r>
            <a:endParaRPr lang="en-US" dirty="0">
              <a:solidFill>
                <a:schemeClr val="bg2">
                  <a:lumMod val="75000"/>
                </a:schemeClr>
              </a:solidFill>
            </a:endParaRP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mesh of interconnected </a:t>
            </a:r>
            <a:r>
              <a:rPr lang="en-US" i="1" dirty="0">
                <a:solidFill>
                  <a:schemeClr val="bg2">
                    <a:lumMod val="75000"/>
                  </a:schemeClr>
                </a:solidFill>
              </a:rPr>
              <a:t>routers</a:t>
            </a:r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, </a:t>
            </a:r>
            <a:r>
              <a:rPr lang="en-US" i="1" dirty="0">
                <a:solidFill>
                  <a:schemeClr val="bg2">
                    <a:lumMod val="75000"/>
                  </a:schemeClr>
                </a:solidFill>
              </a:rPr>
              <a:t>networks</a:t>
            </a:r>
            <a:endParaRPr lang="en-US" dirty="0">
              <a:solidFill>
                <a:schemeClr val="bg2">
                  <a:lumMod val="75000"/>
                </a:schemeClr>
              </a:solidFill>
            </a:endParaRPr>
          </a:p>
          <a:p>
            <a:r>
              <a:rPr lang="en-US" dirty="0"/>
              <a:t>network </a:t>
            </a:r>
            <a:r>
              <a:rPr lang="en-US" b="1" dirty="0"/>
              <a:t>edge:</a:t>
            </a:r>
            <a:endParaRPr lang="en-US" dirty="0"/>
          </a:p>
          <a:p>
            <a:pPr lvl="1"/>
            <a:r>
              <a:rPr lang="en-US" dirty="0"/>
              <a:t>hosts: clients and servers</a:t>
            </a:r>
          </a:p>
          <a:p>
            <a:pPr lvl="1"/>
            <a:r>
              <a:rPr lang="en-US" dirty="0"/>
              <a:t>servers often in data centers</a:t>
            </a:r>
          </a:p>
          <a:p>
            <a:r>
              <a:rPr lang="en-US" b="1" dirty="0">
                <a:solidFill>
                  <a:schemeClr val="bg2">
                    <a:lumMod val="75000"/>
                  </a:schemeClr>
                </a:solidFill>
              </a:rPr>
              <a:t>access </a:t>
            </a:r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network:</a:t>
            </a: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wired, wireless links</a:t>
            </a: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often used to describe </a:t>
            </a:r>
            <a:r>
              <a:rPr lang="en-US" i="1" dirty="0">
                <a:solidFill>
                  <a:schemeClr val="bg2">
                    <a:lumMod val="75000"/>
                  </a:schemeClr>
                </a:solidFill>
              </a:rPr>
              <a:t>last-mile</a:t>
            </a:r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 links (e.g., </a:t>
            </a:r>
            <a:r>
              <a:rPr lang="en-US" dirty="0" err="1">
                <a:solidFill>
                  <a:schemeClr val="bg2">
                    <a:lumMod val="75000"/>
                  </a:schemeClr>
                </a:solidFill>
              </a:rPr>
              <a:t>WiFi</a:t>
            </a:r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, 4G/5G, DSL)</a:t>
            </a:r>
          </a:p>
          <a:p>
            <a:pPr lvl="1"/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0F0E0D1-B6C0-B58A-3283-1851536BFFB0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A6545048-AACA-6292-E0B3-24D104B0819E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Freeform 417">
              <a:extLst>
                <a:ext uri="{FF2B5EF4-FFF2-40B4-BE49-F238E27FC236}">
                  <a16:creationId xmlns:a16="http://schemas.microsoft.com/office/drawing/2014/main" id="{3F02F28D-1D26-E6C4-1856-115876A8E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418">
              <a:extLst>
                <a:ext uri="{FF2B5EF4-FFF2-40B4-BE49-F238E27FC236}">
                  <a16:creationId xmlns:a16="http://schemas.microsoft.com/office/drawing/2014/main" id="{881463B0-BBC1-C82A-85D1-4DEDE0B97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7" name="Rectangle 419">
                <a:extLst>
                  <a:ext uri="{FF2B5EF4-FFF2-40B4-BE49-F238E27FC236}">
                    <a16:creationId xmlns:a16="http://schemas.microsoft.com/office/drawing/2014/main" id="{7A13C569-5AB1-15E7-D4D4-AA4BFEE8F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8" name="AutoShape 420">
                <a:extLst>
                  <a:ext uri="{FF2B5EF4-FFF2-40B4-BE49-F238E27FC236}">
                    <a16:creationId xmlns:a16="http://schemas.microsoft.com/office/drawing/2014/main" id="{633805EF-56A3-ABDC-1AB6-448B0FD3D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8" name="Freeform 427">
              <a:extLst>
                <a:ext uri="{FF2B5EF4-FFF2-40B4-BE49-F238E27FC236}">
                  <a16:creationId xmlns:a16="http://schemas.microsoft.com/office/drawing/2014/main" id="{579F7A6A-6A4E-BCA2-634F-46DD361DE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Text Box 580">
              <a:extLst>
                <a:ext uri="{FF2B5EF4-FFF2-40B4-BE49-F238E27FC236}">
                  <a16:creationId xmlns:a16="http://schemas.microsoft.com/office/drawing/2014/main" id="{86F131F2-4546-9562-0F4B-E6BD47F30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0" name="Text Box 580">
              <a:extLst>
                <a:ext uri="{FF2B5EF4-FFF2-40B4-BE49-F238E27FC236}">
                  <a16:creationId xmlns:a16="http://schemas.microsoft.com/office/drawing/2014/main" id="{DD47863F-F44E-FE34-024C-847765A9F5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1" name="Text Box 580">
              <a:extLst>
                <a:ext uri="{FF2B5EF4-FFF2-40B4-BE49-F238E27FC236}">
                  <a16:creationId xmlns:a16="http://schemas.microsoft.com/office/drawing/2014/main" id="{5A75E6D2-76CC-7710-F49B-081C7B589C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8554CB8C-E2AA-1865-2D7F-20C612DF1FFD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969672FE-E6B6-AAED-62D7-53FDC87C92BC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9D01C2E3-96FB-ED59-E317-6515F1B48F3D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E9E052FF-1230-BC74-3398-162AC0E68CA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68E149F-6800-3821-4DCB-B4AA172EEA5D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AAE63868-16A5-262F-201D-E0CD85ADC9EE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C76F0D17-B80D-4657-258A-BD4080D934B1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2064C9A0-5F10-3B8C-EAA4-987815EFB33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8001F95E-353B-B6CA-5538-511C958D1388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21EA9DD6-E010-EC22-0F14-30FA6AF5974B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621AB18F-FFE6-4BAA-63BD-372E4FDC16BB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354A9AE4-8C67-862A-A822-BC547076A7B3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117FA264-1582-12BD-D4C9-72E1D1A613F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FBE3D85E-9FC4-A661-C684-ED5D9C46B3EB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14B0C6C5-B9DE-6632-55FD-E7E388FB089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27358299-CAD8-05D7-F2ED-29359E733BC1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E41F4BD9-6384-E553-E669-FEA45281F1CD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31F5CD67-B5DC-6BF0-CCB8-33874A52262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71B320E5-ED1A-F62D-F8F9-47E0A387191F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7A5FEFE3-68D2-8EE7-DDD6-62325FFD2CFF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1AF04F2-B840-9BF1-64C6-1018C6C62D0C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BBEB3633-D269-7ED3-1026-FC7B11989A2E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D6D145E-FCA8-DDD5-CF2D-90BC612AF890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248478B-DCCD-36AB-C7C9-0EF5AB611B0A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75C79C5-3893-1CA3-112F-8405178BAE0A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9D18C25-DFE8-CA2D-2555-31F2747B1CDF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72DB5EC-3E19-1C9D-16D9-7EFD999EF6B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169B0CCA-A41A-BAFF-5F1E-B2A3D18494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84E2FAAC-783B-1BB0-75EC-28F7E8948E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13BD336-0BF9-89C1-F295-F6C20A3C3D4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8B671AF8-D1EE-9672-4825-32F57BC50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3C61253A-C2E4-F6C4-74D9-506367679D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400F990-094F-9904-4B17-0CE2874EDE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6DAABA3F-1533-0ACC-DA9E-1CA05B4AC1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39CC741D-6FE8-ECFC-5619-86EE62B010EE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B6DBE9FC-B886-820E-C566-6536A1B88F58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081C67EA-00E2-146D-3B84-307F7A0E18E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6D52F6B-F8F8-DF43-78AF-BF26ACA6FAB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B4305099-86F1-29C7-593E-4943E100EE23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57" name="Line 428">
                  <a:extLst>
                    <a:ext uri="{FF2B5EF4-FFF2-40B4-BE49-F238E27FC236}">
                      <a16:creationId xmlns:a16="http://schemas.microsoft.com/office/drawing/2014/main" id="{39DD0C92-9763-95F8-BCE3-7461534946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Line 430">
                  <a:extLst>
                    <a:ext uri="{FF2B5EF4-FFF2-40B4-BE49-F238E27FC236}">
                      <a16:creationId xmlns:a16="http://schemas.microsoft.com/office/drawing/2014/main" id="{E962D748-32E5-E1D9-E323-AA24390E24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Line 431">
                  <a:extLst>
                    <a:ext uri="{FF2B5EF4-FFF2-40B4-BE49-F238E27FC236}">
                      <a16:creationId xmlns:a16="http://schemas.microsoft.com/office/drawing/2014/main" id="{C25E1335-CA55-AA23-F676-6C37844AEA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Line 432">
                  <a:extLst>
                    <a:ext uri="{FF2B5EF4-FFF2-40B4-BE49-F238E27FC236}">
                      <a16:creationId xmlns:a16="http://schemas.microsoft.com/office/drawing/2014/main" id="{DAA1A82E-9E93-AE0B-57FB-32F897757F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Line 433">
                  <a:extLst>
                    <a:ext uri="{FF2B5EF4-FFF2-40B4-BE49-F238E27FC236}">
                      <a16:creationId xmlns:a16="http://schemas.microsoft.com/office/drawing/2014/main" id="{06E552DB-AFBD-8499-D6E0-5E20CFE5E9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Line 435">
                  <a:extLst>
                    <a:ext uri="{FF2B5EF4-FFF2-40B4-BE49-F238E27FC236}">
                      <a16:creationId xmlns:a16="http://schemas.microsoft.com/office/drawing/2014/main" id="{F3705247-9D29-F264-BDAA-2BEFD47C59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Line 436">
                  <a:extLst>
                    <a:ext uri="{FF2B5EF4-FFF2-40B4-BE49-F238E27FC236}">
                      <a16:creationId xmlns:a16="http://schemas.microsoft.com/office/drawing/2014/main" id="{4FA62072-9F5C-4585-B163-F3C09F8F2E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Line 439">
                  <a:extLst>
                    <a:ext uri="{FF2B5EF4-FFF2-40B4-BE49-F238E27FC236}">
                      <a16:creationId xmlns:a16="http://schemas.microsoft.com/office/drawing/2014/main" id="{531E2532-1FA0-7D64-F473-FAF9D33956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Line 440">
                  <a:extLst>
                    <a:ext uri="{FF2B5EF4-FFF2-40B4-BE49-F238E27FC236}">
                      <a16:creationId xmlns:a16="http://schemas.microsoft.com/office/drawing/2014/main" id="{4D3E10D4-E9DD-7583-4739-3896400E58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Line 441">
                  <a:extLst>
                    <a:ext uri="{FF2B5EF4-FFF2-40B4-BE49-F238E27FC236}">
                      <a16:creationId xmlns:a16="http://schemas.microsoft.com/office/drawing/2014/main" id="{953E0904-AE04-B704-72A7-EACFEA1651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Line 443">
                  <a:extLst>
                    <a:ext uri="{FF2B5EF4-FFF2-40B4-BE49-F238E27FC236}">
                      <a16:creationId xmlns:a16="http://schemas.microsoft.com/office/drawing/2014/main" id="{FB8FFDA3-F297-78A9-87C9-70F5E6DE90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Line 449">
                  <a:extLst>
                    <a:ext uri="{FF2B5EF4-FFF2-40B4-BE49-F238E27FC236}">
                      <a16:creationId xmlns:a16="http://schemas.microsoft.com/office/drawing/2014/main" id="{CA0A1AA9-1A15-2F67-E36F-7AF6A92ED6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Line 428">
                  <a:extLst>
                    <a:ext uri="{FF2B5EF4-FFF2-40B4-BE49-F238E27FC236}">
                      <a16:creationId xmlns:a16="http://schemas.microsoft.com/office/drawing/2014/main" id="{F15FE7DE-0B00-B9F1-97CC-6C1C26C1BC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Line 440">
                  <a:extLst>
                    <a:ext uri="{FF2B5EF4-FFF2-40B4-BE49-F238E27FC236}">
                      <a16:creationId xmlns:a16="http://schemas.microsoft.com/office/drawing/2014/main" id="{64A6B9B7-FE2D-B8FD-22CD-B2E7FA197E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71" name="Straight Connector 70">
                  <a:extLst>
                    <a:ext uri="{FF2B5EF4-FFF2-40B4-BE49-F238E27FC236}">
                      <a16:creationId xmlns:a16="http://schemas.microsoft.com/office/drawing/2014/main" id="{236010BA-E9F8-1055-3C2E-D27FBF69B6DC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Straight Connector 71">
                  <a:extLst>
                    <a:ext uri="{FF2B5EF4-FFF2-40B4-BE49-F238E27FC236}">
                      <a16:creationId xmlns:a16="http://schemas.microsoft.com/office/drawing/2014/main" id="{C4776239-373A-7101-46AA-814AA578DD51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Straight Connector 72">
                  <a:extLst>
                    <a:ext uri="{FF2B5EF4-FFF2-40B4-BE49-F238E27FC236}">
                      <a16:creationId xmlns:a16="http://schemas.microsoft.com/office/drawing/2014/main" id="{87A6CFCE-251A-CF4C-3947-7ACE610AF8B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Straight Connector 73">
                  <a:extLst>
                    <a:ext uri="{FF2B5EF4-FFF2-40B4-BE49-F238E27FC236}">
                      <a16:creationId xmlns:a16="http://schemas.microsoft.com/office/drawing/2014/main" id="{D7A2F77B-BD70-3154-2A1F-AC2C9C2088D2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Straight Connector 74">
                  <a:extLst>
                    <a:ext uri="{FF2B5EF4-FFF2-40B4-BE49-F238E27FC236}">
                      <a16:creationId xmlns:a16="http://schemas.microsoft.com/office/drawing/2014/main" id="{2AAF9F7D-B6BE-749D-73F2-508C0F7AEEE5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Straight Connector 75">
                  <a:extLst>
                    <a:ext uri="{FF2B5EF4-FFF2-40B4-BE49-F238E27FC236}">
                      <a16:creationId xmlns:a16="http://schemas.microsoft.com/office/drawing/2014/main" id="{C04CB7DE-66A1-7DC3-3A01-A36231757A56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Straight Connector 76">
                  <a:extLst>
                    <a:ext uri="{FF2B5EF4-FFF2-40B4-BE49-F238E27FC236}">
                      <a16:creationId xmlns:a16="http://schemas.microsoft.com/office/drawing/2014/main" id="{F319CAE9-73B1-1520-0F8F-C7FF0D649025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Straight Connector 77">
                  <a:extLst>
                    <a:ext uri="{FF2B5EF4-FFF2-40B4-BE49-F238E27FC236}">
                      <a16:creationId xmlns:a16="http://schemas.microsoft.com/office/drawing/2014/main" id="{1FDB5E9D-41EF-BC4A-872C-2C9AA121FC17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Line 541">
                  <a:extLst>
                    <a:ext uri="{FF2B5EF4-FFF2-40B4-BE49-F238E27FC236}">
                      <a16:creationId xmlns:a16="http://schemas.microsoft.com/office/drawing/2014/main" id="{39E4A435-2560-C1F7-EF42-C3E97AE333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Line 424">
                  <a:extLst>
                    <a:ext uri="{FF2B5EF4-FFF2-40B4-BE49-F238E27FC236}">
                      <a16:creationId xmlns:a16="http://schemas.microsoft.com/office/drawing/2014/main" id="{4F689843-26E9-C76E-538B-94AC27A482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53" name="Picture 778" descr="antenna_radiation_stylized">
                <a:extLst>
                  <a:ext uri="{FF2B5EF4-FFF2-40B4-BE49-F238E27FC236}">
                    <a16:creationId xmlns:a16="http://schemas.microsoft.com/office/drawing/2014/main" id="{0C62EA3F-0038-D47F-8BA1-E66E9793C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4" name="Picture 781" descr="antenna_radiation_stylized">
                <a:extLst>
                  <a:ext uri="{FF2B5EF4-FFF2-40B4-BE49-F238E27FC236}">
                    <a16:creationId xmlns:a16="http://schemas.microsoft.com/office/drawing/2014/main" id="{C021C48F-C2DC-04C4-709D-D2C9F87C4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" name="Picture 799" descr="cell_tower_radiation copy">
                <a:extLst>
                  <a:ext uri="{FF2B5EF4-FFF2-40B4-BE49-F238E27FC236}">
                    <a16:creationId xmlns:a16="http://schemas.microsoft.com/office/drawing/2014/main" id="{35CA1A9E-4543-2BDC-5A25-107038B5B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Oval 800">
                <a:extLst>
                  <a:ext uri="{FF2B5EF4-FFF2-40B4-BE49-F238E27FC236}">
                    <a16:creationId xmlns:a16="http://schemas.microsoft.com/office/drawing/2014/main" id="{40AF3C59-7E20-57D6-E779-6B0298A93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61A64D9-A01A-F0C3-6B94-D56DE42D8163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82" name="Line 426">
              <a:extLst>
                <a:ext uri="{FF2B5EF4-FFF2-40B4-BE49-F238E27FC236}">
                  <a16:creationId xmlns:a16="http://schemas.microsoft.com/office/drawing/2014/main" id="{6256B52D-2A8C-AF4E-D663-D77E4633E9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3" name="Group 783">
              <a:extLst>
                <a:ext uri="{FF2B5EF4-FFF2-40B4-BE49-F238E27FC236}">
                  <a16:creationId xmlns:a16="http://schemas.microsoft.com/office/drawing/2014/main" id="{FCB692BF-DE54-3D60-1C14-05EB2D9B6D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30" name="Line 270">
                <a:extLst>
                  <a:ext uri="{FF2B5EF4-FFF2-40B4-BE49-F238E27FC236}">
                    <a16:creationId xmlns:a16="http://schemas.microsoft.com/office/drawing/2014/main" id="{C0F6017F-667D-B1E4-1B94-86E089B13A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Line 271">
                <a:extLst>
                  <a:ext uri="{FF2B5EF4-FFF2-40B4-BE49-F238E27FC236}">
                    <a16:creationId xmlns:a16="http://schemas.microsoft.com/office/drawing/2014/main" id="{D040C29A-DF5D-336F-30C8-3A362FFA87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Line 272">
                <a:extLst>
                  <a:ext uri="{FF2B5EF4-FFF2-40B4-BE49-F238E27FC236}">
                    <a16:creationId xmlns:a16="http://schemas.microsoft.com/office/drawing/2014/main" id="{C6F164B7-BA91-B2ED-FE4B-33CB964DB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Line 273">
                <a:extLst>
                  <a:ext uri="{FF2B5EF4-FFF2-40B4-BE49-F238E27FC236}">
                    <a16:creationId xmlns:a16="http://schemas.microsoft.com/office/drawing/2014/main" id="{51FCEC51-BBD7-D8C6-98E1-FB87AA1A8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4" name="Line 274">
                <a:extLst>
                  <a:ext uri="{FF2B5EF4-FFF2-40B4-BE49-F238E27FC236}">
                    <a16:creationId xmlns:a16="http://schemas.microsoft.com/office/drawing/2014/main" id="{6CB9F195-8FDA-BE8B-37C1-EEFB4E52E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5" name="Line 275">
                <a:extLst>
                  <a:ext uri="{FF2B5EF4-FFF2-40B4-BE49-F238E27FC236}">
                    <a16:creationId xmlns:a16="http://schemas.microsoft.com/office/drawing/2014/main" id="{401825FD-C1D1-64DB-BE51-78B9EB49C7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Line 276">
                <a:extLst>
                  <a:ext uri="{FF2B5EF4-FFF2-40B4-BE49-F238E27FC236}">
                    <a16:creationId xmlns:a16="http://schemas.microsoft.com/office/drawing/2014/main" id="{A26CFD18-BB9D-4C81-44E1-32FBC46537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Line 277">
                <a:extLst>
                  <a:ext uri="{FF2B5EF4-FFF2-40B4-BE49-F238E27FC236}">
                    <a16:creationId xmlns:a16="http://schemas.microsoft.com/office/drawing/2014/main" id="{522AE3C7-4A8D-9DD5-6A5D-41DCD1975F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Line 278">
                <a:extLst>
                  <a:ext uri="{FF2B5EF4-FFF2-40B4-BE49-F238E27FC236}">
                    <a16:creationId xmlns:a16="http://schemas.microsoft.com/office/drawing/2014/main" id="{25A12D85-6314-4E68-963C-6423DAD329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Line 279">
                <a:extLst>
                  <a:ext uri="{FF2B5EF4-FFF2-40B4-BE49-F238E27FC236}">
                    <a16:creationId xmlns:a16="http://schemas.microsoft.com/office/drawing/2014/main" id="{0571FECF-DCD2-D669-B4F8-87C422CF91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Line 280">
                <a:extLst>
                  <a:ext uri="{FF2B5EF4-FFF2-40B4-BE49-F238E27FC236}">
                    <a16:creationId xmlns:a16="http://schemas.microsoft.com/office/drawing/2014/main" id="{79FDD37D-1F57-FDDC-60A7-46C4224809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1" name="Line 281">
                <a:extLst>
                  <a:ext uri="{FF2B5EF4-FFF2-40B4-BE49-F238E27FC236}">
                    <a16:creationId xmlns:a16="http://schemas.microsoft.com/office/drawing/2014/main" id="{FBA169B9-D9DC-8A6E-0D2C-435BBA776D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2" name="Line 282">
                <a:extLst>
                  <a:ext uri="{FF2B5EF4-FFF2-40B4-BE49-F238E27FC236}">
                    <a16:creationId xmlns:a16="http://schemas.microsoft.com/office/drawing/2014/main" id="{69C79152-E0F6-31D6-08FE-50077B4B74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3" name="Line 283">
                <a:extLst>
                  <a:ext uri="{FF2B5EF4-FFF2-40B4-BE49-F238E27FC236}">
                    <a16:creationId xmlns:a16="http://schemas.microsoft.com/office/drawing/2014/main" id="{94FB943A-AE71-A0A0-F463-ACBB74B77C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Line 284">
                <a:extLst>
                  <a:ext uri="{FF2B5EF4-FFF2-40B4-BE49-F238E27FC236}">
                    <a16:creationId xmlns:a16="http://schemas.microsoft.com/office/drawing/2014/main" id="{EBAD04D9-6484-DA33-7748-CE2634A238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84" name="Picture 777" descr="access_point_stylized_small">
              <a:extLst>
                <a:ext uri="{FF2B5EF4-FFF2-40B4-BE49-F238E27FC236}">
                  <a16:creationId xmlns:a16="http://schemas.microsoft.com/office/drawing/2014/main" id="{01BA8771-EE6B-4283-33BD-3D7E40A04F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" name="Picture 780" descr="access_point_stylized_small">
              <a:extLst>
                <a:ext uri="{FF2B5EF4-FFF2-40B4-BE49-F238E27FC236}">
                  <a16:creationId xmlns:a16="http://schemas.microsoft.com/office/drawing/2014/main" id="{5AAB43FD-761A-D2D8-DE6D-F4C3D38E00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159CF358-505B-8066-CD84-9BCC6D88BFB8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62BA646A-F249-5301-784D-8105FAD5F2B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BE085CFB-02B0-C16F-379A-D63F4EF401C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5" name="Group 224">
                <a:extLst>
                  <a:ext uri="{FF2B5EF4-FFF2-40B4-BE49-F238E27FC236}">
                    <a16:creationId xmlns:a16="http://schemas.microsoft.com/office/drawing/2014/main" id="{4F8D3959-0EC5-055D-15C6-0951AE68C7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ED790406-412E-927F-A02F-A480B1803EC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7" name="Freeform 226">
                  <a:extLst>
                    <a:ext uri="{FF2B5EF4-FFF2-40B4-BE49-F238E27FC236}">
                      <a16:creationId xmlns:a16="http://schemas.microsoft.com/office/drawing/2014/main" id="{B369CECB-7B7E-59CF-5D04-156F2EC2D4E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8" name="Freeform 227">
                  <a:extLst>
                    <a:ext uri="{FF2B5EF4-FFF2-40B4-BE49-F238E27FC236}">
                      <a16:creationId xmlns:a16="http://schemas.microsoft.com/office/drawing/2014/main" id="{F20CB648-AF61-8C1C-B2DB-F22DA05D7AF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C11D79A0-FB98-3C4B-99CD-3009B42034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B963358E-BFB2-626D-1A18-16A511400A28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75E39B93-E7B2-11DB-A8DF-66294DF18087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449442CB-3827-39F4-8C45-6EB9BAE2B8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18" name="Group 217">
                <a:extLst>
                  <a:ext uri="{FF2B5EF4-FFF2-40B4-BE49-F238E27FC236}">
                    <a16:creationId xmlns:a16="http://schemas.microsoft.com/office/drawing/2014/main" id="{46EA9EAD-3A5D-8335-B35C-A346A070FE1B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19" name="Freeform 218">
                  <a:extLst>
                    <a:ext uri="{FF2B5EF4-FFF2-40B4-BE49-F238E27FC236}">
                      <a16:creationId xmlns:a16="http://schemas.microsoft.com/office/drawing/2014/main" id="{463333D8-0165-D571-71D3-13C0F3AC6C14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91883BC2-4AE8-BAD3-0389-70F40B7E1AD4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9F6A4B92-C5B1-D9B4-00D2-E44841F5B6B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6BBB30C8-05C1-B42D-E8D7-35F0152B71C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2C0F8024-A1BE-462D-8669-5D550C0E254E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209" name="Freeform 208">
                <a:extLst>
                  <a:ext uri="{FF2B5EF4-FFF2-40B4-BE49-F238E27FC236}">
                    <a16:creationId xmlns:a16="http://schemas.microsoft.com/office/drawing/2014/main" id="{27AB23E6-E707-2433-DB09-F31C9949A09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0" name="Oval 209">
                <a:extLst>
                  <a:ext uri="{FF2B5EF4-FFF2-40B4-BE49-F238E27FC236}">
                    <a16:creationId xmlns:a16="http://schemas.microsoft.com/office/drawing/2014/main" id="{167A7D3C-EC84-AF10-138A-B34A3A629B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1" name="Group 210">
                <a:extLst>
                  <a:ext uri="{FF2B5EF4-FFF2-40B4-BE49-F238E27FC236}">
                    <a16:creationId xmlns:a16="http://schemas.microsoft.com/office/drawing/2014/main" id="{F98978ED-F5A8-C886-FF51-33CDC23B8AE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2" name="Freeform 211">
                  <a:extLst>
                    <a:ext uri="{FF2B5EF4-FFF2-40B4-BE49-F238E27FC236}">
                      <a16:creationId xmlns:a16="http://schemas.microsoft.com/office/drawing/2014/main" id="{35A390C3-DEB9-115E-531B-C1BA126902F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33ECB4F2-6022-3229-C7B0-31919CCBFD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42770EE4-9DAA-33F4-8D76-AB2F2B5A295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9B2C7E75-EB43-9105-0E94-B4A14A8F4E2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EDF88D3D-4BE4-68C4-39D1-E57BE93CCB61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E6AB8C1B-E926-6DBA-A6B9-B547F90A428A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F0768C66-251A-B46A-5D9D-F27F542D3C5D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147FD06E-FB32-9FD9-D0CD-6D91CD781E4D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5" name="Freeform 204">
                  <a:extLst>
                    <a:ext uri="{FF2B5EF4-FFF2-40B4-BE49-F238E27FC236}">
                      <a16:creationId xmlns:a16="http://schemas.microsoft.com/office/drawing/2014/main" id="{CEAAB66E-7D4A-733C-E764-EC870FC163E3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B1848446-76F5-4908-7D73-9C0417DE04D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CAACCAA7-C6A0-C63E-8AE7-E96D7986500B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974CBDC1-7570-2B36-A339-36085ED908F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8ADFF7CE-A835-A273-B9A4-CF0FAC05C735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7ADA7D7-8F78-B9CD-B2C0-190E192CE57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CC77293C-1383-7556-00DA-FF352D453F6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825941CE-2AE4-CD5D-7162-4B809792D82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2C87C675-6506-2735-E5B6-0323CAB42F5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0BBFB990-5E3C-F995-AB83-52B0421820A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3E056EB-9606-72F0-D47D-3077D9E6F1E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FA17BB4C-BF06-17F3-B68E-892AE8F08E1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27A8BD72-7A68-7973-E05A-337C4E046474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E6CA2D14-167E-D089-B0E0-E19119A6ED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9" name="Oval 188">
                <a:extLst>
                  <a:ext uri="{FF2B5EF4-FFF2-40B4-BE49-F238E27FC236}">
                    <a16:creationId xmlns:a16="http://schemas.microsoft.com/office/drawing/2014/main" id="{6CDE15AE-6E68-4F9D-145B-113E8EC30B2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0" name="Group 189">
                <a:extLst>
                  <a:ext uri="{FF2B5EF4-FFF2-40B4-BE49-F238E27FC236}">
                    <a16:creationId xmlns:a16="http://schemas.microsoft.com/office/drawing/2014/main" id="{E1539C6B-CA9D-12C1-D3D1-E804655036A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C7B132F4-0BBE-4A29-659F-42E26DED6C4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48FBB00-F4EC-0D89-ACB6-C3540C8DD1E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39451338-D73E-3E5D-CE87-C8ADE90492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7F75968A-BEE1-7E1B-3E1F-E2BED88E86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BBF4D86A-B925-B051-25B8-788221FC2480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0CC3C6AC-41BD-58AD-F78E-3B9C9450B5E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F7B02CA2-ECB9-D4FC-DE90-01E206233C4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77D614D-E2AD-D7B6-AE02-998D956E203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BEE57314-0BD3-0459-4DC0-DC70FF0136D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D8335F8-4866-09F4-C813-94C55558B35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6" name="Freeform 185">
                  <a:extLst>
                    <a:ext uri="{FF2B5EF4-FFF2-40B4-BE49-F238E27FC236}">
                      <a16:creationId xmlns:a16="http://schemas.microsoft.com/office/drawing/2014/main" id="{41BBE36E-DE65-5294-65C6-70EE411BB7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7" name="Freeform 186">
                  <a:extLst>
                    <a:ext uri="{FF2B5EF4-FFF2-40B4-BE49-F238E27FC236}">
                      <a16:creationId xmlns:a16="http://schemas.microsoft.com/office/drawing/2014/main" id="{E1D3120E-1D34-2FCB-6054-BDE3F24A722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98A03FFE-F721-0688-01F6-C7DFCF74435F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B9353FEF-73F4-3B16-E422-B435E0FDAC4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3360D779-A4AD-2637-D7AE-10ACDF7D298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6" name="Group 175">
                <a:extLst>
                  <a:ext uri="{FF2B5EF4-FFF2-40B4-BE49-F238E27FC236}">
                    <a16:creationId xmlns:a16="http://schemas.microsoft.com/office/drawing/2014/main" id="{3C1C2EF8-0D8D-AE20-B2CE-CF715FE476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A9A5EF41-989B-3D6F-1189-D44153A798A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177">
                  <a:extLst>
                    <a:ext uri="{FF2B5EF4-FFF2-40B4-BE49-F238E27FC236}">
                      <a16:creationId xmlns:a16="http://schemas.microsoft.com/office/drawing/2014/main" id="{328A5FFD-8063-09AA-ACE6-BFE335F6706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 178">
                  <a:extLst>
                    <a:ext uri="{FF2B5EF4-FFF2-40B4-BE49-F238E27FC236}">
                      <a16:creationId xmlns:a16="http://schemas.microsoft.com/office/drawing/2014/main" id="{EBFC21B1-5805-0129-56AB-5FB320BF2A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Freeform 179">
                  <a:extLst>
                    <a:ext uri="{FF2B5EF4-FFF2-40B4-BE49-F238E27FC236}">
                      <a16:creationId xmlns:a16="http://schemas.microsoft.com/office/drawing/2014/main" id="{DB90BE72-076E-31D9-1A4D-083AF963C50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EF67F2E6-6A9F-A4B7-70D7-A85469E7FF2D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15E3C37-63BE-3AE3-C36B-805320DAE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57931309-FCCA-98DE-DE1D-F7952FB910B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9666A86E-A28F-09B2-75AC-AB97D83AE00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D97C9834-BAC3-1A3B-0010-FDC3DF0C712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C42EFEF6-D78D-AE6F-315C-26F5FE4B23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CCF1F07E-BAA6-8692-90A6-3364CD1030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9CB1CA-365F-AD83-D0CE-1B5C2F7A7A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1AA23250-ADE9-61E3-2344-694735962595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90EAAFA7-D3A2-8BDF-E082-B2D7F7C3D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AE2A2764-23E4-9597-6AB6-AD725639E28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C031EBF5-DF7D-AA47-07A5-183060717C7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2EF8EB53-AE24-BCD8-5CFF-6B86905CD62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87B897A1-83A0-435B-15C6-2DEB2D32F12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395064CF-9732-F64B-7CA8-147A81872C6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50D0650A-DEB7-985D-3729-9DEBB8EED88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AB1EEDC6-56FD-FBC6-9CA4-252700F34182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E55FB762-B09C-59E5-127D-1E599C1EC8C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22FE1291-91D3-0684-2A7E-F7B37FBB42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849AF16D-0CDB-4F31-F24B-5921830B27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2FB1F2C4-114A-88BB-8D05-04057447AA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D0E22D2E-E35B-73C1-CB16-40491ECD07E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588C675A-E7DB-533A-77EF-453F15AF100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5C362AA3-D428-2CE2-A639-AB7D3166238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9714B623-B30A-7468-8557-467DC20F7B98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45C5CC95-EC19-6E2D-91D8-C4D8BE07F75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07A5D808-9F65-5CFE-1F48-81AD9D97076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D3B432B-E14C-EADF-362D-788A996E054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19DC0C86-CDDE-04F8-DFDE-9B6AEEE4B20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E4D7CB9E-FF1B-1C57-1586-674E93CC234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DCCEFE53-BDA0-531A-7264-8939D0F26E1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A6D50563-CF18-CE27-40C2-1FACCC9275C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FE84AE0-D115-BE98-31AA-435FA71AAFF2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1D810D87-1598-C49C-51E5-EC1929F3A9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75BD00F5-54F3-BB5A-406E-1031D0D82CC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9016C04A-40B9-D120-FDC2-A48F27AC27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2" name="Freeform 141">
                  <a:extLst>
                    <a:ext uri="{FF2B5EF4-FFF2-40B4-BE49-F238E27FC236}">
                      <a16:creationId xmlns:a16="http://schemas.microsoft.com/office/drawing/2014/main" id="{8C727905-13B6-83BD-83D4-3E94C08BEEC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 142">
                  <a:extLst>
                    <a:ext uri="{FF2B5EF4-FFF2-40B4-BE49-F238E27FC236}">
                      <a16:creationId xmlns:a16="http://schemas.microsoft.com/office/drawing/2014/main" id="{2B467588-43C7-B810-5C99-B5529B6572E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143">
                  <a:extLst>
                    <a:ext uri="{FF2B5EF4-FFF2-40B4-BE49-F238E27FC236}">
                      <a16:creationId xmlns:a16="http://schemas.microsoft.com/office/drawing/2014/main" id="{9500D6F5-100D-DC80-C2E0-372226BB01A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44">
                  <a:extLst>
                    <a:ext uri="{FF2B5EF4-FFF2-40B4-BE49-F238E27FC236}">
                      <a16:creationId xmlns:a16="http://schemas.microsoft.com/office/drawing/2014/main" id="{9D42B730-75CC-13DF-FF03-9A9849037A2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28664395-1574-C1AC-9110-5AB51F758C17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88C6FF9-1204-094E-80A2-B515160FF7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30924826-D507-6E26-E603-7DA6E52B96C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8BDABE8C-3874-5ADE-EE7A-238D78228C2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5" name="Freeform 134">
                  <a:extLst>
                    <a:ext uri="{FF2B5EF4-FFF2-40B4-BE49-F238E27FC236}">
                      <a16:creationId xmlns:a16="http://schemas.microsoft.com/office/drawing/2014/main" id="{FC5BAD6F-CF27-5518-83A0-39B5C587C5C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 135">
                  <a:extLst>
                    <a:ext uri="{FF2B5EF4-FFF2-40B4-BE49-F238E27FC236}">
                      <a16:creationId xmlns:a16="http://schemas.microsoft.com/office/drawing/2014/main" id="{1E887A11-A229-3CFA-71AB-958E1980FEA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 136">
                  <a:extLst>
                    <a:ext uri="{FF2B5EF4-FFF2-40B4-BE49-F238E27FC236}">
                      <a16:creationId xmlns:a16="http://schemas.microsoft.com/office/drawing/2014/main" id="{0FE2660F-AF8D-91AB-E61B-8BA013B4202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 137">
                  <a:extLst>
                    <a:ext uri="{FF2B5EF4-FFF2-40B4-BE49-F238E27FC236}">
                      <a16:creationId xmlns:a16="http://schemas.microsoft.com/office/drawing/2014/main" id="{A5AC508C-41C1-0863-6ABD-54FF8E90A4D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92995855-0D85-8DE4-C834-B40618305B62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2A4B53E1-C98A-4416-8851-387FADA855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0F6BDCC9-0729-9E63-3497-612A5C4F1E7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7" name="Group 126">
                <a:extLst>
                  <a:ext uri="{FF2B5EF4-FFF2-40B4-BE49-F238E27FC236}">
                    <a16:creationId xmlns:a16="http://schemas.microsoft.com/office/drawing/2014/main" id="{EDA11833-89E2-1099-05F0-C978A02A90A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939A44A4-1E08-DA45-6794-5257CE925BF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C036D1FE-A3C4-C92C-D708-EC8B8ACB988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1498A20B-061D-FB26-A2BA-F9BCED4517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6364603E-9480-C2D3-0C66-3FDCB66B96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A28F45AD-0BFC-1115-CA06-F0B107B569AD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50485361-0349-2A03-3993-026CD248216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84B75651-9DBC-D115-60CA-8C0F44FC915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3C352E6B-FEF3-1548-C2EF-2F4AB7536C2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1" name="Freeform 120">
                  <a:extLst>
                    <a:ext uri="{FF2B5EF4-FFF2-40B4-BE49-F238E27FC236}">
                      <a16:creationId xmlns:a16="http://schemas.microsoft.com/office/drawing/2014/main" id="{588B6DFB-4AF1-E44B-44EE-64BE88CDC5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1353130F-5D47-4D0A-2FEA-13CE2C2E5F2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24BD0246-FFC6-5B3B-B2BF-4016B394FF9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F5AFC28C-F91A-A513-2CE9-00C09953497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DAA5BE1A-2DBE-2E51-FBA8-7E5DBB222EE7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0A41B8D5-1DAC-0043-5179-3497F997C17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899EE1FC-7651-CAB3-846F-B37F4F5DB00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438EF097-EB30-895A-2A43-21682307DB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F809935C-99CF-2389-BDCA-DD679CEE0A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7A4A52B8-543D-3220-393F-1B6BC68E669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3909F98-6860-5E2D-CB04-74DE003FF29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07693E4A-7E48-ED4D-39CC-F94550FF4E8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7E3E4422-127F-BF30-A43E-E671D9958C1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07690652-D9DC-3124-3427-E001431399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48D3C8D5-3BF9-094C-6747-0436987C8C8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BC69032F-9950-30F0-98AC-4F679BFBE33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5C36FE96-6A1A-6195-5D9F-8B461B4BA9C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8A37275D-8F97-9AC7-4452-2C2A974F5CF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157045CF-6D2E-7179-C8B7-FC1944D0175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0" name="Freeform 109">
                  <a:extLst>
                    <a:ext uri="{FF2B5EF4-FFF2-40B4-BE49-F238E27FC236}">
                      <a16:creationId xmlns:a16="http://schemas.microsoft.com/office/drawing/2014/main" id="{03C92CE6-AB70-6717-8F16-ED29E1BC9B8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45" name="Rectangle 244">
            <a:extLst>
              <a:ext uri="{FF2B5EF4-FFF2-40B4-BE49-F238E27FC236}">
                <a16:creationId xmlns:a16="http://schemas.microsoft.com/office/drawing/2014/main" id="{A81FB8C2-B53E-B8EE-5E79-A871507D0F7C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BF849F40-B5C1-0A63-12DA-01300ED07B0E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AE406E28-5B81-893F-5860-A18C8E8C1DD9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20" name="Group 652">
                <a:extLst>
                  <a:ext uri="{FF2B5EF4-FFF2-40B4-BE49-F238E27FC236}">
                    <a16:creationId xmlns:a16="http://schemas.microsoft.com/office/drawing/2014/main" id="{2321EA88-7683-0C71-DCB4-DBD90E022D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451" name="Picture 653" descr="iphone_stylized_small">
                  <a:extLst>
                    <a:ext uri="{FF2B5EF4-FFF2-40B4-BE49-F238E27FC236}">
                      <a16:creationId xmlns:a16="http://schemas.microsoft.com/office/drawing/2014/main" id="{4ACC805D-F05F-4686-B60A-69DC294E69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52" name="Picture 654" descr="antenna_radiation_stylized">
                  <a:extLst>
                    <a:ext uri="{FF2B5EF4-FFF2-40B4-BE49-F238E27FC236}">
                      <a16:creationId xmlns:a16="http://schemas.microsoft.com/office/drawing/2014/main" id="{1E1EDA99-F0E1-9D9C-35CE-38637217283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658D6D0E-07DB-04F1-6790-36A3975C6EE2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428" name="Picture 1017" descr="antenna_stylized">
                  <a:extLst>
                    <a:ext uri="{FF2B5EF4-FFF2-40B4-BE49-F238E27FC236}">
                      <a16:creationId xmlns:a16="http://schemas.microsoft.com/office/drawing/2014/main" id="{A5B1A1F8-0038-7C9D-4D47-4E520DADCE7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29" name="Picture 1018" descr="laptop_keyboard">
                  <a:extLst>
                    <a:ext uri="{FF2B5EF4-FFF2-40B4-BE49-F238E27FC236}">
                      <a16:creationId xmlns:a16="http://schemas.microsoft.com/office/drawing/2014/main" id="{C7CCC665-8E4C-3DE3-ADBD-E9EDD15682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30" name="Freeform 1019">
                  <a:extLst>
                    <a:ext uri="{FF2B5EF4-FFF2-40B4-BE49-F238E27FC236}">
                      <a16:creationId xmlns:a16="http://schemas.microsoft.com/office/drawing/2014/main" id="{C32D137B-1605-F01E-03DA-D9A90D9BD5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431" name="Picture 1020" descr="screen">
                  <a:extLst>
                    <a:ext uri="{FF2B5EF4-FFF2-40B4-BE49-F238E27FC236}">
                      <a16:creationId xmlns:a16="http://schemas.microsoft.com/office/drawing/2014/main" id="{E8BD2E7C-22AC-5036-8F1C-9FC8365A143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32" name="Freeform 1021">
                  <a:extLst>
                    <a:ext uri="{FF2B5EF4-FFF2-40B4-BE49-F238E27FC236}">
                      <a16:creationId xmlns:a16="http://schemas.microsoft.com/office/drawing/2014/main" id="{2F8E16E7-EB54-5E72-61C2-B85E766006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1022">
                  <a:extLst>
                    <a:ext uri="{FF2B5EF4-FFF2-40B4-BE49-F238E27FC236}">
                      <a16:creationId xmlns:a16="http://schemas.microsoft.com/office/drawing/2014/main" id="{396040C6-5F00-AD31-F53D-03508278A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4" name="Freeform 1023">
                  <a:extLst>
                    <a:ext uri="{FF2B5EF4-FFF2-40B4-BE49-F238E27FC236}">
                      <a16:creationId xmlns:a16="http://schemas.microsoft.com/office/drawing/2014/main" id="{29C16162-840A-1237-E254-3FA14D11BE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5" name="Freeform 1024">
                  <a:extLst>
                    <a:ext uri="{FF2B5EF4-FFF2-40B4-BE49-F238E27FC236}">
                      <a16:creationId xmlns:a16="http://schemas.microsoft.com/office/drawing/2014/main" id="{C9187D22-5119-5D12-C1CA-C45D8BC466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6" name="Freeform 1025">
                  <a:extLst>
                    <a:ext uri="{FF2B5EF4-FFF2-40B4-BE49-F238E27FC236}">
                      <a16:creationId xmlns:a16="http://schemas.microsoft.com/office/drawing/2014/main" id="{7B4DF7AF-8054-63A1-EB90-97AA8F5C52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7" name="Freeform 1026">
                  <a:extLst>
                    <a:ext uri="{FF2B5EF4-FFF2-40B4-BE49-F238E27FC236}">
                      <a16:creationId xmlns:a16="http://schemas.microsoft.com/office/drawing/2014/main" id="{820D1B53-D572-64E1-8ADC-9FA97A6F8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38" name="Group 1027">
                  <a:extLst>
                    <a:ext uri="{FF2B5EF4-FFF2-40B4-BE49-F238E27FC236}">
                      <a16:creationId xmlns:a16="http://schemas.microsoft.com/office/drawing/2014/main" id="{768EBE79-D722-730C-A26F-059446693D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445" name="Freeform 1028">
                    <a:extLst>
                      <a:ext uri="{FF2B5EF4-FFF2-40B4-BE49-F238E27FC236}">
                        <a16:creationId xmlns:a16="http://schemas.microsoft.com/office/drawing/2014/main" id="{B4E5A45B-6630-403A-AB1C-442504FDC4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Freeform 1029">
                    <a:extLst>
                      <a:ext uri="{FF2B5EF4-FFF2-40B4-BE49-F238E27FC236}">
                        <a16:creationId xmlns:a16="http://schemas.microsoft.com/office/drawing/2014/main" id="{F9BC916E-3C6B-95C4-16F6-074EA2841B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7" name="Freeform 1030">
                    <a:extLst>
                      <a:ext uri="{FF2B5EF4-FFF2-40B4-BE49-F238E27FC236}">
                        <a16:creationId xmlns:a16="http://schemas.microsoft.com/office/drawing/2014/main" id="{0006B552-6D32-4D81-D225-323667CBB3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Freeform 1031">
                    <a:extLst>
                      <a:ext uri="{FF2B5EF4-FFF2-40B4-BE49-F238E27FC236}">
                        <a16:creationId xmlns:a16="http://schemas.microsoft.com/office/drawing/2014/main" id="{9D005C7C-FADB-A3F6-06DE-7DF2E9A511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9" name="Freeform 1032">
                    <a:extLst>
                      <a:ext uri="{FF2B5EF4-FFF2-40B4-BE49-F238E27FC236}">
                        <a16:creationId xmlns:a16="http://schemas.microsoft.com/office/drawing/2014/main" id="{E8033CAD-C8C8-8DBA-BB39-A7A18CDB70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Freeform 1033">
                    <a:extLst>
                      <a:ext uri="{FF2B5EF4-FFF2-40B4-BE49-F238E27FC236}">
                        <a16:creationId xmlns:a16="http://schemas.microsoft.com/office/drawing/2014/main" id="{2A1D7BF1-F13B-ECE9-1C73-71C44CCFF8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9" name="Freeform 1034">
                  <a:extLst>
                    <a:ext uri="{FF2B5EF4-FFF2-40B4-BE49-F238E27FC236}">
                      <a16:creationId xmlns:a16="http://schemas.microsoft.com/office/drawing/2014/main" id="{57A7A78B-97E4-511B-9773-A727B82DD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0" name="Freeform 1035">
                  <a:extLst>
                    <a:ext uri="{FF2B5EF4-FFF2-40B4-BE49-F238E27FC236}">
                      <a16:creationId xmlns:a16="http://schemas.microsoft.com/office/drawing/2014/main" id="{A009670C-BB32-57F2-54DE-D2608CEB77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1" name="Freeform 1036">
                  <a:extLst>
                    <a:ext uri="{FF2B5EF4-FFF2-40B4-BE49-F238E27FC236}">
                      <a16:creationId xmlns:a16="http://schemas.microsoft.com/office/drawing/2014/main" id="{284692FC-38C4-B94C-5FBB-1061A3F70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2" name="Freeform 1037">
                  <a:extLst>
                    <a:ext uri="{FF2B5EF4-FFF2-40B4-BE49-F238E27FC236}">
                      <a16:creationId xmlns:a16="http://schemas.microsoft.com/office/drawing/2014/main" id="{4B0D372B-646F-5954-3C15-EF7FC30A92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3" name="Freeform 1038">
                  <a:extLst>
                    <a:ext uri="{FF2B5EF4-FFF2-40B4-BE49-F238E27FC236}">
                      <a16:creationId xmlns:a16="http://schemas.microsoft.com/office/drawing/2014/main" id="{6A55F1CE-FC9E-CA21-6B3F-B4F19DBF2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4" name="Freeform 1039">
                  <a:extLst>
                    <a:ext uri="{FF2B5EF4-FFF2-40B4-BE49-F238E27FC236}">
                      <a16:creationId xmlns:a16="http://schemas.microsoft.com/office/drawing/2014/main" id="{7EEE974D-6F3F-C9B1-8613-BE03B5466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1AE1CF68-86DF-7CCD-AAB9-FD69C191AD48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426" name="Picture 568" descr="light2.png">
                  <a:extLst>
                    <a:ext uri="{FF2B5EF4-FFF2-40B4-BE49-F238E27FC236}">
                      <a16:creationId xmlns:a16="http://schemas.microsoft.com/office/drawing/2014/main" id="{1EA00993-BBAA-E3AF-CF2C-CF21004A5C9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27" name="Picture 1017" descr="antenna_stylized">
                  <a:extLst>
                    <a:ext uri="{FF2B5EF4-FFF2-40B4-BE49-F238E27FC236}">
                      <a16:creationId xmlns:a16="http://schemas.microsoft.com/office/drawing/2014/main" id="{E2A7DDE7-3236-9EBA-071C-D002D048AD0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E2F74CAE-A46F-90DC-260F-830D3C32C313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24" name="Picture 603" descr="car_icon_small">
                  <a:extLst>
                    <a:ext uri="{FF2B5EF4-FFF2-40B4-BE49-F238E27FC236}">
                      <a16:creationId xmlns:a16="http://schemas.microsoft.com/office/drawing/2014/main" id="{DA7EFBAE-919B-EFDC-32DF-17E1D7D8403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25" name="Picture 1017" descr="antenna_stylized">
                  <a:extLst>
                    <a:ext uri="{FF2B5EF4-FFF2-40B4-BE49-F238E27FC236}">
                      <a16:creationId xmlns:a16="http://schemas.microsoft.com/office/drawing/2014/main" id="{F883DA99-9B0E-A34D-EF4E-69279826568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13C6F854-3A3F-8170-C770-E98E92385528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875FFA3-C6A5-8160-79E0-8B2E72374794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397" name="Picture 1115" descr="antenna_stylized">
                  <a:extLst>
                    <a:ext uri="{FF2B5EF4-FFF2-40B4-BE49-F238E27FC236}">
                      <a16:creationId xmlns:a16="http://schemas.microsoft.com/office/drawing/2014/main" id="{A18343B4-63AE-6E25-AF52-C01CE5905F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1116" descr="laptop_keyboard">
                  <a:extLst>
                    <a:ext uri="{FF2B5EF4-FFF2-40B4-BE49-F238E27FC236}">
                      <a16:creationId xmlns:a16="http://schemas.microsoft.com/office/drawing/2014/main" id="{59150553-F1E5-9D30-577D-8357324153F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99" name="Freeform 1117">
                  <a:extLst>
                    <a:ext uri="{FF2B5EF4-FFF2-40B4-BE49-F238E27FC236}">
                      <a16:creationId xmlns:a16="http://schemas.microsoft.com/office/drawing/2014/main" id="{BD24B8AA-2FB5-4AC5-32C9-1420C3778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400" name="Picture 1118" descr="screen">
                  <a:extLst>
                    <a:ext uri="{FF2B5EF4-FFF2-40B4-BE49-F238E27FC236}">
                      <a16:creationId xmlns:a16="http://schemas.microsoft.com/office/drawing/2014/main" id="{02164EE7-E4DA-AA9B-9F2F-30EAAE2E33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01" name="Freeform 1119">
                  <a:extLst>
                    <a:ext uri="{FF2B5EF4-FFF2-40B4-BE49-F238E27FC236}">
                      <a16:creationId xmlns:a16="http://schemas.microsoft.com/office/drawing/2014/main" id="{B6D37A13-B869-8F81-2A40-BE42F241EE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2" name="Freeform 1120">
                  <a:extLst>
                    <a:ext uri="{FF2B5EF4-FFF2-40B4-BE49-F238E27FC236}">
                      <a16:creationId xmlns:a16="http://schemas.microsoft.com/office/drawing/2014/main" id="{D1CE9299-B1AD-3EB0-92A8-D45668CEA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Freeform 1121">
                  <a:extLst>
                    <a:ext uri="{FF2B5EF4-FFF2-40B4-BE49-F238E27FC236}">
                      <a16:creationId xmlns:a16="http://schemas.microsoft.com/office/drawing/2014/main" id="{D3C81B92-32CA-A1A1-951E-01FFAF7899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Freeform 1122">
                  <a:extLst>
                    <a:ext uri="{FF2B5EF4-FFF2-40B4-BE49-F238E27FC236}">
                      <a16:creationId xmlns:a16="http://schemas.microsoft.com/office/drawing/2014/main" id="{4D8420B9-0C48-65DE-FA09-49B444FFEC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1123">
                  <a:extLst>
                    <a:ext uri="{FF2B5EF4-FFF2-40B4-BE49-F238E27FC236}">
                      <a16:creationId xmlns:a16="http://schemas.microsoft.com/office/drawing/2014/main" id="{F34FC439-A070-389B-C822-1F1430392E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1124">
                  <a:extLst>
                    <a:ext uri="{FF2B5EF4-FFF2-40B4-BE49-F238E27FC236}">
                      <a16:creationId xmlns:a16="http://schemas.microsoft.com/office/drawing/2014/main" id="{B9EB565B-D267-1073-C86C-6A5ECAD04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07" name="Group 1125">
                  <a:extLst>
                    <a:ext uri="{FF2B5EF4-FFF2-40B4-BE49-F238E27FC236}">
                      <a16:creationId xmlns:a16="http://schemas.microsoft.com/office/drawing/2014/main" id="{DEB5231D-F07C-A81A-A597-DAA2E6E9AF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414" name="Freeform 1126">
                    <a:extLst>
                      <a:ext uri="{FF2B5EF4-FFF2-40B4-BE49-F238E27FC236}">
                        <a16:creationId xmlns:a16="http://schemas.microsoft.com/office/drawing/2014/main" id="{6308DFBC-6ED4-5BB8-CBB0-8AE5C24BA3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1127">
                    <a:extLst>
                      <a:ext uri="{FF2B5EF4-FFF2-40B4-BE49-F238E27FC236}">
                        <a16:creationId xmlns:a16="http://schemas.microsoft.com/office/drawing/2014/main" id="{04224A8A-604C-FBAD-CB9B-BC64197003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6" name="Freeform 1128">
                    <a:extLst>
                      <a:ext uri="{FF2B5EF4-FFF2-40B4-BE49-F238E27FC236}">
                        <a16:creationId xmlns:a16="http://schemas.microsoft.com/office/drawing/2014/main" id="{B8CD412D-9DE8-24D0-D083-D8ECB46CB3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7" name="Freeform 1129">
                    <a:extLst>
                      <a:ext uri="{FF2B5EF4-FFF2-40B4-BE49-F238E27FC236}">
                        <a16:creationId xmlns:a16="http://schemas.microsoft.com/office/drawing/2014/main" id="{C2ED3D93-8218-2110-305F-B5846F1A1D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8" name="Freeform 1130">
                    <a:extLst>
                      <a:ext uri="{FF2B5EF4-FFF2-40B4-BE49-F238E27FC236}">
                        <a16:creationId xmlns:a16="http://schemas.microsoft.com/office/drawing/2014/main" id="{ED1C545F-649D-BD30-725E-84FFD36652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9" name="Freeform 1131">
                    <a:extLst>
                      <a:ext uri="{FF2B5EF4-FFF2-40B4-BE49-F238E27FC236}">
                        <a16:creationId xmlns:a16="http://schemas.microsoft.com/office/drawing/2014/main" id="{F755EF1A-C2A8-C7B5-CB48-1D1D59F67C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08" name="Freeform 1132">
                  <a:extLst>
                    <a:ext uri="{FF2B5EF4-FFF2-40B4-BE49-F238E27FC236}">
                      <a16:creationId xmlns:a16="http://schemas.microsoft.com/office/drawing/2014/main" id="{AFBE30F3-A42B-3EB0-4218-440F6489D1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1133">
                  <a:extLst>
                    <a:ext uri="{FF2B5EF4-FFF2-40B4-BE49-F238E27FC236}">
                      <a16:creationId xmlns:a16="http://schemas.microsoft.com/office/drawing/2014/main" id="{0A3BC74D-40BD-0D43-C5AD-92ED51A65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1134">
                  <a:extLst>
                    <a:ext uri="{FF2B5EF4-FFF2-40B4-BE49-F238E27FC236}">
                      <a16:creationId xmlns:a16="http://schemas.microsoft.com/office/drawing/2014/main" id="{CCE04722-C889-78F8-D2B9-AF8BF0B2A3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1135">
                  <a:extLst>
                    <a:ext uri="{FF2B5EF4-FFF2-40B4-BE49-F238E27FC236}">
                      <a16:creationId xmlns:a16="http://schemas.microsoft.com/office/drawing/2014/main" id="{64D13453-553B-6985-5F5C-0DAF1FBAC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1136">
                  <a:extLst>
                    <a:ext uri="{FF2B5EF4-FFF2-40B4-BE49-F238E27FC236}">
                      <a16:creationId xmlns:a16="http://schemas.microsoft.com/office/drawing/2014/main" id="{EBCC1B6F-3DA8-D656-D037-65EF268DC2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1137">
                  <a:extLst>
                    <a:ext uri="{FF2B5EF4-FFF2-40B4-BE49-F238E27FC236}">
                      <a16:creationId xmlns:a16="http://schemas.microsoft.com/office/drawing/2014/main" id="{7DF3BB2D-7F28-46BD-92D0-634EA27D5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1" name="Group 1139">
                <a:extLst>
                  <a:ext uri="{FF2B5EF4-FFF2-40B4-BE49-F238E27FC236}">
                    <a16:creationId xmlns:a16="http://schemas.microsoft.com/office/drawing/2014/main" id="{3BF61EA5-C775-48CF-44D1-877A7F7615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395" name="Picture 1140" descr="desktop_computer_stylized_medium">
                  <a:extLst>
                    <a:ext uri="{FF2B5EF4-FFF2-40B4-BE49-F238E27FC236}">
                      <a16:creationId xmlns:a16="http://schemas.microsoft.com/office/drawing/2014/main" id="{EEE9E225-7898-5A4A-C164-DF9F3C3F3CD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96" name="Freeform 1141">
                  <a:extLst>
                    <a:ext uri="{FF2B5EF4-FFF2-40B4-BE49-F238E27FC236}">
                      <a16:creationId xmlns:a16="http://schemas.microsoft.com/office/drawing/2014/main" id="{D10D009D-75EE-97A7-6702-7C2125420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0BECF799-F022-12D2-80DB-909912FA77A4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393" name="Picture 571" descr="fridge2.png">
                  <a:extLst>
                    <a:ext uri="{FF2B5EF4-FFF2-40B4-BE49-F238E27FC236}">
                      <a16:creationId xmlns:a16="http://schemas.microsoft.com/office/drawing/2014/main" id="{0F589199-FEBD-4B76-FB1C-8E2632C48D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1115" descr="antenna_stylized">
                  <a:extLst>
                    <a:ext uri="{FF2B5EF4-FFF2-40B4-BE49-F238E27FC236}">
                      <a16:creationId xmlns:a16="http://schemas.microsoft.com/office/drawing/2014/main" id="{CBF314B6-32E7-81B8-DB0D-7B1B17EF8E4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60AFAC37-AE9C-B169-3005-92324A9EBBB5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098FC811-F246-32F0-8FC0-C2C984BC62A8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C5A35894-390C-7F8F-ACB1-3A2971FF1D85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86" name="Group 385">
                  <a:extLst>
                    <a:ext uri="{FF2B5EF4-FFF2-40B4-BE49-F238E27FC236}">
                      <a16:creationId xmlns:a16="http://schemas.microsoft.com/office/drawing/2014/main" id="{03D533DB-8FBB-9F3B-0FDE-0DFAA26D309B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87" name="Picture 386" descr="server_rack.png">
                    <a:extLst>
                      <a:ext uri="{FF2B5EF4-FFF2-40B4-BE49-F238E27FC236}">
                        <a16:creationId xmlns:a16="http://schemas.microsoft.com/office/drawing/2014/main" id="{20E0C4A1-8C79-CD6C-28BA-A9B9BD0FA0B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8" name="Picture 387" descr="server_rack.png">
                    <a:extLst>
                      <a:ext uri="{FF2B5EF4-FFF2-40B4-BE49-F238E27FC236}">
                        <a16:creationId xmlns:a16="http://schemas.microsoft.com/office/drawing/2014/main" id="{14D41042-D95F-C629-673D-F95BDA9ABB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9" name="Picture 388" descr="server_rack.png">
                    <a:extLst>
                      <a:ext uri="{FF2B5EF4-FFF2-40B4-BE49-F238E27FC236}">
                        <a16:creationId xmlns:a16="http://schemas.microsoft.com/office/drawing/2014/main" id="{3482B3C8-6E16-54AF-C4CB-B8E63E6E1AC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79" name="Group 378">
                <a:extLst>
                  <a:ext uri="{FF2B5EF4-FFF2-40B4-BE49-F238E27FC236}">
                    <a16:creationId xmlns:a16="http://schemas.microsoft.com/office/drawing/2014/main" id="{F699E6BE-0932-DB3A-A1ED-02F6447FF1BD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C77E7DB8-B837-5165-3326-BCCA0970C04D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81" name="Group 380">
                  <a:extLst>
                    <a:ext uri="{FF2B5EF4-FFF2-40B4-BE49-F238E27FC236}">
                      <a16:creationId xmlns:a16="http://schemas.microsoft.com/office/drawing/2014/main" id="{A33BA610-F28F-9FA9-92F3-121B4C2B74D4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82" name="Picture 381" descr="server_rack.png">
                    <a:extLst>
                      <a:ext uri="{FF2B5EF4-FFF2-40B4-BE49-F238E27FC236}">
                        <a16:creationId xmlns:a16="http://schemas.microsoft.com/office/drawing/2014/main" id="{FF26254E-AC0E-A79E-AF38-9D8F747BF0F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3" name="Picture 382" descr="server_rack.png">
                    <a:extLst>
                      <a:ext uri="{FF2B5EF4-FFF2-40B4-BE49-F238E27FC236}">
                        <a16:creationId xmlns:a16="http://schemas.microsoft.com/office/drawing/2014/main" id="{6EFBBBD3-3503-1007-58CF-005C0968F10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4" name="Picture 383" descr="server_rack.png">
                    <a:extLst>
                      <a:ext uri="{FF2B5EF4-FFF2-40B4-BE49-F238E27FC236}">
                        <a16:creationId xmlns:a16="http://schemas.microsoft.com/office/drawing/2014/main" id="{0EDFD9C2-86BE-92BE-69E9-69B459C0337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789322F1-7C4D-98FD-EA71-6BABD1D93695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251" name="Group 950">
                <a:extLst>
                  <a:ext uri="{FF2B5EF4-FFF2-40B4-BE49-F238E27FC236}">
                    <a16:creationId xmlns:a16="http://schemas.microsoft.com/office/drawing/2014/main" id="{4CEABDC2-0CAB-8C3E-99BE-EC7C65C9FA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346" name="Freeform 951">
                  <a:extLst>
                    <a:ext uri="{FF2B5EF4-FFF2-40B4-BE49-F238E27FC236}">
                      <a16:creationId xmlns:a16="http://schemas.microsoft.com/office/drawing/2014/main" id="{EED5CF7F-10FB-6EE9-CC36-D78E25876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Rectangle 952">
                  <a:extLst>
                    <a:ext uri="{FF2B5EF4-FFF2-40B4-BE49-F238E27FC236}">
                      <a16:creationId xmlns:a16="http://schemas.microsoft.com/office/drawing/2014/main" id="{928A9741-73CF-38CF-F39B-108EC254F4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8" name="Freeform 953">
                  <a:extLst>
                    <a:ext uri="{FF2B5EF4-FFF2-40B4-BE49-F238E27FC236}">
                      <a16:creationId xmlns:a16="http://schemas.microsoft.com/office/drawing/2014/main" id="{520D0BC4-54A8-5E0E-1742-D7854BC048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954">
                  <a:extLst>
                    <a:ext uri="{FF2B5EF4-FFF2-40B4-BE49-F238E27FC236}">
                      <a16:creationId xmlns:a16="http://schemas.microsoft.com/office/drawing/2014/main" id="{7A6A050B-6ACC-AF02-4F97-415DBAE77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Rectangle 955">
                  <a:extLst>
                    <a:ext uri="{FF2B5EF4-FFF2-40B4-BE49-F238E27FC236}">
                      <a16:creationId xmlns:a16="http://schemas.microsoft.com/office/drawing/2014/main" id="{35CD0ACA-A4C4-6DD6-DD15-48D2793AB4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351" name="Group 956">
                  <a:extLst>
                    <a:ext uri="{FF2B5EF4-FFF2-40B4-BE49-F238E27FC236}">
                      <a16:creationId xmlns:a16="http://schemas.microsoft.com/office/drawing/2014/main" id="{2B20AE7E-76FF-1233-6C80-4FB2828C09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376" name="AutoShape 957">
                    <a:extLst>
                      <a:ext uri="{FF2B5EF4-FFF2-40B4-BE49-F238E27FC236}">
                        <a16:creationId xmlns:a16="http://schemas.microsoft.com/office/drawing/2014/main" id="{37F29546-1A49-1863-68CE-9230CBE19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77" name="AutoShape 958">
                    <a:extLst>
                      <a:ext uri="{FF2B5EF4-FFF2-40B4-BE49-F238E27FC236}">
                        <a16:creationId xmlns:a16="http://schemas.microsoft.com/office/drawing/2014/main" id="{7104C81A-24C7-C1F6-C38A-AD8CDC1E0F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352" name="Rectangle 959">
                  <a:extLst>
                    <a:ext uri="{FF2B5EF4-FFF2-40B4-BE49-F238E27FC236}">
                      <a16:creationId xmlns:a16="http://schemas.microsoft.com/office/drawing/2014/main" id="{48CA1BF9-8913-A42A-5007-DAECF6F2DD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353" name="Group 960">
                  <a:extLst>
                    <a:ext uri="{FF2B5EF4-FFF2-40B4-BE49-F238E27FC236}">
                      <a16:creationId xmlns:a16="http://schemas.microsoft.com/office/drawing/2014/main" id="{CD5B9098-AA5E-C92B-15A9-65313E8845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374" name="AutoShape 961">
                    <a:extLst>
                      <a:ext uri="{FF2B5EF4-FFF2-40B4-BE49-F238E27FC236}">
                        <a16:creationId xmlns:a16="http://schemas.microsoft.com/office/drawing/2014/main" id="{1FA9320A-B025-8952-2A98-5DF27F55C8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75" name="AutoShape 962">
                    <a:extLst>
                      <a:ext uri="{FF2B5EF4-FFF2-40B4-BE49-F238E27FC236}">
                        <a16:creationId xmlns:a16="http://schemas.microsoft.com/office/drawing/2014/main" id="{4280CF3D-15C6-D5FD-3129-8C537AD8A2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354" name="Rectangle 963">
                  <a:extLst>
                    <a:ext uri="{FF2B5EF4-FFF2-40B4-BE49-F238E27FC236}">
                      <a16:creationId xmlns:a16="http://schemas.microsoft.com/office/drawing/2014/main" id="{1841C6F5-33E4-3E95-A199-216CF44929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5" name="Rectangle 964">
                  <a:extLst>
                    <a:ext uri="{FF2B5EF4-FFF2-40B4-BE49-F238E27FC236}">
                      <a16:creationId xmlns:a16="http://schemas.microsoft.com/office/drawing/2014/main" id="{610955CD-D58F-8912-1C76-993F0DEF88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356" name="Group 965">
                  <a:extLst>
                    <a:ext uri="{FF2B5EF4-FFF2-40B4-BE49-F238E27FC236}">
                      <a16:creationId xmlns:a16="http://schemas.microsoft.com/office/drawing/2014/main" id="{C0110830-775A-36B7-D931-77CD0F39AA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372" name="AutoShape 966">
                    <a:extLst>
                      <a:ext uri="{FF2B5EF4-FFF2-40B4-BE49-F238E27FC236}">
                        <a16:creationId xmlns:a16="http://schemas.microsoft.com/office/drawing/2014/main" id="{F993D56F-84D9-16B8-DD76-CE8C0874ED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73" name="AutoShape 967">
                    <a:extLst>
                      <a:ext uri="{FF2B5EF4-FFF2-40B4-BE49-F238E27FC236}">
                        <a16:creationId xmlns:a16="http://schemas.microsoft.com/office/drawing/2014/main" id="{7FE1DB83-DF1A-83C0-107D-0E7769517C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357" name="Freeform 968">
                  <a:extLst>
                    <a:ext uri="{FF2B5EF4-FFF2-40B4-BE49-F238E27FC236}">
                      <a16:creationId xmlns:a16="http://schemas.microsoft.com/office/drawing/2014/main" id="{9DAE7186-E4CE-C97C-FD12-A22C19072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58" name="Group 969">
                  <a:extLst>
                    <a:ext uri="{FF2B5EF4-FFF2-40B4-BE49-F238E27FC236}">
                      <a16:creationId xmlns:a16="http://schemas.microsoft.com/office/drawing/2014/main" id="{974010C2-025B-A1D3-A6A7-3ADE4D8957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370" name="AutoShape 970">
                    <a:extLst>
                      <a:ext uri="{FF2B5EF4-FFF2-40B4-BE49-F238E27FC236}">
                        <a16:creationId xmlns:a16="http://schemas.microsoft.com/office/drawing/2014/main" id="{26E9D5BF-83D4-D9A7-3AFD-1F72B5DD82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71" name="AutoShape 971">
                    <a:extLst>
                      <a:ext uri="{FF2B5EF4-FFF2-40B4-BE49-F238E27FC236}">
                        <a16:creationId xmlns:a16="http://schemas.microsoft.com/office/drawing/2014/main" id="{B08FD18A-A7EA-5C94-B136-171CF4E48C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359" name="Rectangle 972">
                  <a:extLst>
                    <a:ext uri="{FF2B5EF4-FFF2-40B4-BE49-F238E27FC236}">
                      <a16:creationId xmlns:a16="http://schemas.microsoft.com/office/drawing/2014/main" id="{0D1E55A1-FAF0-6125-2B2A-E3377BAF7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0" name="Freeform 973">
                  <a:extLst>
                    <a:ext uri="{FF2B5EF4-FFF2-40B4-BE49-F238E27FC236}">
                      <a16:creationId xmlns:a16="http://schemas.microsoft.com/office/drawing/2014/main" id="{6B1B0DF7-A2D2-6993-918E-8FE33F84B1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1" name="Freeform 974">
                  <a:extLst>
                    <a:ext uri="{FF2B5EF4-FFF2-40B4-BE49-F238E27FC236}">
                      <a16:creationId xmlns:a16="http://schemas.microsoft.com/office/drawing/2014/main" id="{D6CD86D0-B24F-E238-9604-4964493B43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Oval 975">
                  <a:extLst>
                    <a:ext uri="{FF2B5EF4-FFF2-40B4-BE49-F238E27FC236}">
                      <a16:creationId xmlns:a16="http://schemas.microsoft.com/office/drawing/2014/main" id="{2D4A18FE-9314-2E14-278F-0D5957B489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3" name="Freeform 976">
                  <a:extLst>
                    <a:ext uri="{FF2B5EF4-FFF2-40B4-BE49-F238E27FC236}">
                      <a16:creationId xmlns:a16="http://schemas.microsoft.com/office/drawing/2014/main" id="{76A8316D-E37C-1432-53A3-A01DA3CCF6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AutoShape 977">
                  <a:extLst>
                    <a:ext uri="{FF2B5EF4-FFF2-40B4-BE49-F238E27FC236}">
                      <a16:creationId xmlns:a16="http://schemas.microsoft.com/office/drawing/2014/main" id="{E86FC236-BD27-9415-D4B3-6142657D40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5" name="AutoShape 978">
                  <a:extLst>
                    <a:ext uri="{FF2B5EF4-FFF2-40B4-BE49-F238E27FC236}">
                      <a16:creationId xmlns:a16="http://schemas.microsoft.com/office/drawing/2014/main" id="{592F4AE4-A24E-94CC-2DDC-8070C65C7A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6" name="Oval 979">
                  <a:extLst>
                    <a:ext uri="{FF2B5EF4-FFF2-40B4-BE49-F238E27FC236}">
                      <a16:creationId xmlns:a16="http://schemas.microsoft.com/office/drawing/2014/main" id="{B0381AF6-2ADC-06B7-4AFB-DA8F58CDC3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7" name="Oval 980">
                  <a:extLst>
                    <a:ext uri="{FF2B5EF4-FFF2-40B4-BE49-F238E27FC236}">
                      <a16:creationId xmlns:a16="http://schemas.microsoft.com/office/drawing/2014/main" id="{012C8E40-14EA-4515-315F-08D13262AE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8" name="Oval 981">
                  <a:extLst>
                    <a:ext uri="{FF2B5EF4-FFF2-40B4-BE49-F238E27FC236}">
                      <a16:creationId xmlns:a16="http://schemas.microsoft.com/office/drawing/2014/main" id="{AB001113-CB60-70B3-8D6F-ACEB911397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9" name="Rectangle 982">
                  <a:extLst>
                    <a:ext uri="{FF2B5EF4-FFF2-40B4-BE49-F238E27FC236}">
                      <a16:creationId xmlns:a16="http://schemas.microsoft.com/office/drawing/2014/main" id="{1F623E88-3B3B-10F4-E9C3-3950FEBCF9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52" name="Group 251">
                <a:extLst>
                  <a:ext uri="{FF2B5EF4-FFF2-40B4-BE49-F238E27FC236}">
                    <a16:creationId xmlns:a16="http://schemas.microsoft.com/office/drawing/2014/main" id="{3663F922-4501-2E3E-67CF-9336A2AA564B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286" name="Group 590">
                  <a:extLst>
                    <a:ext uri="{FF2B5EF4-FFF2-40B4-BE49-F238E27FC236}">
                      <a16:creationId xmlns:a16="http://schemas.microsoft.com/office/drawing/2014/main" id="{C02ECF5C-1DF3-61E5-C1D8-8C4C3C7865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4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65B99BB8-22D7-C221-D2B0-6C1DB55C8AC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45" name="Freeform 592">
                    <a:extLst>
                      <a:ext uri="{FF2B5EF4-FFF2-40B4-BE49-F238E27FC236}">
                        <a16:creationId xmlns:a16="http://schemas.microsoft.com/office/drawing/2014/main" id="{7804F9C1-6168-79BA-BD05-2E64BAF044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87" name="Group 1064">
                  <a:extLst>
                    <a:ext uri="{FF2B5EF4-FFF2-40B4-BE49-F238E27FC236}">
                      <a16:creationId xmlns:a16="http://schemas.microsoft.com/office/drawing/2014/main" id="{56647D28-71CD-D1B3-C8C7-9AC145C127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321" name="Picture 1065" descr="antenna_stylized">
                    <a:extLst>
                      <a:ext uri="{FF2B5EF4-FFF2-40B4-BE49-F238E27FC236}">
                        <a16:creationId xmlns:a16="http://schemas.microsoft.com/office/drawing/2014/main" id="{FFAFB92D-E395-0B84-C80E-9A428E497D1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22" name="Picture 1066" descr="laptop_keyboard">
                    <a:extLst>
                      <a:ext uri="{FF2B5EF4-FFF2-40B4-BE49-F238E27FC236}">
                        <a16:creationId xmlns:a16="http://schemas.microsoft.com/office/drawing/2014/main" id="{B9AB024F-4C46-0B30-D51A-EBC51B56EC8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23" name="Freeform 1067">
                    <a:extLst>
                      <a:ext uri="{FF2B5EF4-FFF2-40B4-BE49-F238E27FC236}">
                        <a16:creationId xmlns:a16="http://schemas.microsoft.com/office/drawing/2014/main" id="{AABF821B-1CC9-AFD1-A7B8-164C96BECD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24" name="Picture 1068" descr="screen">
                    <a:extLst>
                      <a:ext uri="{FF2B5EF4-FFF2-40B4-BE49-F238E27FC236}">
                        <a16:creationId xmlns:a16="http://schemas.microsoft.com/office/drawing/2014/main" id="{129F8CE2-9915-4D67-E976-E0F93E838BD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25" name="Freeform 1069">
                    <a:extLst>
                      <a:ext uri="{FF2B5EF4-FFF2-40B4-BE49-F238E27FC236}">
                        <a16:creationId xmlns:a16="http://schemas.microsoft.com/office/drawing/2014/main" id="{9CC0C622-0E37-FECB-F037-CC65F86F9C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6" name="Freeform 1070">
                    <a:extLst>
                      <a:ext uri="{FF2B5EF4-FFF2-40B4-BE49-F238E27FC236}">
                        <a16:creationId xmlns:a16="http://schemas.microsoft.com/office/drawing/2014/main" id="{EE6ADFB0-EEBE-F581-1E1A-493FC81467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7" name="Freeform 1071">
                    <a:extLst>
                      <a:ext uri="{FF2B5EF4-FFF2-40B4-BE49-F238E27FC236}">
                        <a16:creationId xmlns:a16="http://schemas.microsoft.com/office/drawing/2014/main" id="{9ECCEA79-544F-E86A-42D3-57179E564F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8" name="Freeform 1072">
                    <a:extLst>
                      <a:ext uri="{FF2B5EF4-FFF2-40B4-BE49-F238E27FC236}">
                        <a16:creationId xmlns:a16="http://schemas.microsoft.com/office/drawing/2014/main" id="{0ADBC4D2-2448-EF35-DE08-D88167B8CF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9" name="Freeform 1073">
                    <a:extLst>
                      <a:ext uri="{FF2B5EF4-FFF2-40B4-BE49-F238E27FC236}">
                        <a16:creationId xmlns:a16="http://schemas.microsoft.com/office/drawing/2014/main" id="{B14F7565-D8D3-79A5-D550-EA65F42268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Freeform 1074">
                    <a:extLst>
                      <a:ext uri="{FF2B5EF4-FFF2-40B4-BE49-F238E27FC236}">
                        <a16:creationId xmlns:a16="http://schemas.microsoft.com/office/drawing/2014/main" id="{C0AD786C-3543-FFAC-3F05-D44AEB3D16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31" name="Group 1075">
                    <a:extLst>
                      <a:ext uri="{FF2B5EF4-FFF2-40B4-BE49-F238E27FC236}">
                        <a16:creationId xmlns:a16="http://schemas.microsoft.com/office/drawing/2014/main" id="{6384F03C-CA29-BA02-E8D2-054B746F42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338" name="Freeform 1076">
                      <a:extLst>
                        <a:ext uri="{FF2B5EF4-FFF2-40B4-BE49-F238E27FC236}">
                          <a16:creationId xmlns:a16="http://schemas.microsoft.com/office/drawing/2014/main" id="{6817E896-2713-4B85-4F8D-207052E30A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39" name="Freeform 1077">
                      <a:extLst>
                        <a:ext uri="{FF2B5EF4-FFF2-40B4-BE49-F238E27FC236}">
                          <a16:creationId xmlns:a16="http://schemas.microsoft.com/office/drawing/2014/main" id="{1FB96A75-3CF3-333A-BD84-1C177515E9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40" name="Freeform 1078">
                      <a:extLst>
                        <a:ext uri="{FF2B5EF4-FFF2-40B4-BE49-F238E27FC236}">
                          <a16:creationId xmlns:a16="http://schemas.microsoft.com/office/drawing/2014/main" id="{A5EF4C0C-D3B2-CE8D-D2ED-7EC883FA02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41" name="Freeform 1079">
                      <a:extLst>
                        <a:ext uri="{FF2B5EF4-FFF2-40B4-BE49-F238E27FC236}">
                          <a16:creationId xmlns:a16="http://schemas.microsoft.com/office/drawing/2014/main" id="{D28A98A6-B278-F19A-5025-E732656188E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42" name="Freeform 1080">
                      <a:extLst>
                        <a:ext uri="{FF2B5EF4-FFF2-40B4-BE49-F238E27FC236}">
                          <a16:creationId xmlns:a16="http://schemas.microsoft.com/office/drawing/2014/main" id="{E7D88760-D31C-0069-38F2-2D3F8742C7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43" name="Freeform 1081">
                      <a:extLst>
                        <a:ext uri="{FF2B5EF4-FFF2-40B4-BE49-F238E27FC236}">
                          <a16:creationId xmlns:a16="http://schemas.microsoft.com/office/drawing/2014/main" id="{1D21BF67-C7F8-0F1E-A9A6-3BF8C1D2BC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332" name="Freeform 1082">
                    <a:extLst>
                      <a:ext uri="{FF2B5EF4-FFF2-40B4-BE49-F238E27FC236}">
                        <a16:creationId xmlns:a16="http://schemas.microsoft.com/office/drawing/2014/main" id="{27DC7E16-967B-D18D-33FB-8693240AEA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Freeform 1083">
                    <a:extLst>
                      <a:ext uri="{FF2B5EF4-FFF2-40B4-BE49-F238E27FC236}">
                        <a16:creationId xmlns:a16="http://schemas.microsoft.com/office/drawing/2014/main" id="{12D97A49-B83B-6D2A-50B4-18FE102E58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1084">
                    <a:extLst>
                      <a:ext uri="{FF2B5EF4-FFF2-40B4-BE49-F238E27FC236}">
                        <a16:creationId xmlns:a16="http://schemas.microsoft.com/office/drawing/2014/main" id="{4EE9A998-BF15-7C92-F9C1-92AE938BDD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1085">
                    <a:extLst>
                      <a:ext uri="{FF2B5EF4-FFF2-40B4-BE49-F238E27FC236}">
                        <a16:creationId xmlns:a16="http://schemas.microsoft.com/office/drawing/2014/main" id="{1B8A21BE-A3EE-A2CA-53A6-E5C017CCDC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1086">
                    <a:extLst>
                      <a:ext uri="{FF2B5EF4-FFF2-40B4-BE49-F238E27FC236}">
                        <a16:creationId xmlns:a16="http://schemas.microsoft.com/office/drawing/2014/main" id="{41F4D12D-165A-619D-6A94-4737170B60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1087">
                    <a:extLst>
                      <a:ext uri="{FF2B5EF4-FFF2-40B4-BE49-F238E27FC236}">
                        <a16:creationId xmlns:a16="http://schemas.microsoft.com/office/drawing/2014/main" id="{DF1B6BF1-D14D-6F62-955E-5554C4F45E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88" name="Group 590">
                  <a:extLst>
                    <a:ext uri="{FF2B5EF4-FFF2-40B4-BE49-F238E27FC236}">
                      <a16:creationId xmlns:a16="http://schemas.microsoft.com/office/drawing/2014/main" id="{62588853-DC4B-E284-F73E-DCBC2FD3FD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19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4249B4BC-7466-BC82-6E5E-5C99F6E23CD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20" name="Freeform 592">
                    <a:extLst>
                      <a:ext uri="{FF2B5EF4-FFF2-40B4-BE49-F238E27FC236}">
                        <a16:creationId xmlns:a16="http://schemas.microsoft.com/office/drawing/2014/main" id="{B5054286-F474-9C03-84A7-0E44EE47FD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89" name="Group 590">
                  <a:extLst>
                    <a:ext uri="{FF2B5EF4-FFF2-40B4-BE49-F238E27FC236}">
                      <a16:creationId xmlns:a16="http://schemas.microsoft.com/office/drawing/2014/main" id="{B64258F5-7DD0-BBD3-FE0B-3FD6711E3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1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D729B16D-E296-F357-C757-2DA1586C970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8" name="Freeform 592">
                    <a:extLst>
                      <a:ext uri="{FF2B5EF4-FFF2-40B4-BE49-F238E27FC236}">
                        <a16:creationId xmlns:a16="http://schemas.microsoft.com/office/drawing/2014/main" id="{C65CB87D-D068-663B-EA45-40C9B40E47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90" name="Group 590">
                  <a:extLst>
                    <a:ext uri="{FF2B5EF4-FFF2-40B4-BE49-F238E27FC236}">
                      <a16:creationId xmlns:a16="http://schemas.microsoft.com/office/drawing/2014/main" id="{D61DEFBE-B2E8-5709-3817-CE3BCFF8E3C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15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D5FA537A-BC6A-BEA1-56B7-F541A11A799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6" name="Freeform 592">
                    <a:extLst>
                      <a:ext uri="{FF2B5EF4-FFF2-40B4-BE49-F238E27FC236}">
                        <a16:creationId xmlns:a16="http://schemas.microsoft.com/office/drawing/2014/main" id="{53E7A527-43D4-A3A4-6A28-71FC24B7AB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91" name="Group 1064">
                  <a:extLst>
                    <a:ext uri="{FF2B5EF4-FFF2-40B4-BE49-F238E27FC236}">
                      <a16:creationId xmlns:a16="http://schemas.microsoft.com/office/drawing/2014/main" id="{D9DB28DE-61F4-65EC-D668-E666B73994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292" name="Picture 1065" descr="antenna_stylized">
                    <a:extLst>
                      <a:ext uri="{FF2B5EF4-FFF2-40B4-BE49-F238E27FC236}">
                        <a16:creationId xmlns:a16="http://schemas.microsoft.com/office/drawing/2014/main" id="{9380D2F7-EFAF-AD48-2DA8-3B16300449D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93" name="Picture 1066" descr="laptop_keyboard">
                    <a:extLst>
                      <a:ext uri="{FF2B5EF4-FFF2-40B4-BE49-F238E27FC236}">
                        <a16:creationId xmlns:a16="http://schemas.microsoft.com/office/drawing/2014/main" id="{C1D72375-16D9-250D-B967-3B5222C8941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94" name="Freeform 1067">
                    <a:extLst>
                      <a:ext uri="{FF2B5EF4-FFF2-40B4-BE49-F238E27FC236}">
                        <a16:creationId xmlns:a16="http://schemas.microsoft.com/office/drawing/2014/main" id="{D0DC7BC3-2F97-B94A-A045-76FCDF43DA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295" name="Picture 1068" descr="screen">
                    <a:extLst>
                      <a:ext uri="{FF2B5EF4-FFF2-40B4-BE49-F238E27FC236}">
                        <a16:creationId xmlns:a16="http://schemas.microsoft.com/office/drawing/2014/main" id="{A9A194E5-6624-05AF-16F0-E2045CC2E78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96" name="Freeform 1069">
                    <a:extLst>
                      <a:ext uri="{FF2B5EF4-FFF2-40B4-BE49-F238E27FC236}">
                        <a16:creationId xmlns:a16="http://schemas.microsoft.com/office/drawing/2014/main" id="{F3C49A0A-27C4-4951-00CB-E90E5DBC1C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7" name="Freeform 1070">
                    <a:extLst>
                      <a:ext uri="{FF2B5EF4-FFF2-40B4-BE49-F238E27FC236}">
                        <a16:creationId xmlns:a16="http://schemas.microsoft.com/office/drawing/2014/main" id="{B0CE4D90-462D-AF20-E8FC-F0F5399D9D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8" name="Freeform 1071">
                    <a:extLst>
                      <a:ext uri="{FF2B5EF4-FFF2-40B4-BE49-F238E27FC236}">
                        <a16:creationId xmlns:a16="http://schemas.microsoft.com/office/drawing/2014/main" id="{3E9D7E0E-586C-FE24-C3BA-8F5639FBB7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9" name="Freeform 1072">
                    <a:extLst>
                      <a:ext uri="{FF2B5EF4-FFF2-40B4-BE49-F238E27FC236}">
                        <a16:creationId xmlns:a16="http://schemas.microsoft.com/office/drawing/2014/main" id="{A89A5870-BA0E-3CE4-F95C-4AFB2B02E3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Freeform 1073">
                    <a:extLst>
                      <a:ext uri="{FF2B5EF4-FFF2-40B4-BE49-F238E27FC236}">
                        <a16:creationId xmlns:a16="http://schemas.microsoft.com/office/drawing/2014/main" id="{AACDECDC-576B-5CEC-85E0-3EA9D34B8C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Freeform 1074">
                    <a:extLst>
                      <a:ext uri="{FF2B5EF4-FFF2-40B4-BE49-F238E27FC236}">
                        <a16:creationId xmlns:a16="http://schemas.microsoft.com/office/drawing/2014/main" id="{DD3234D5-32A6-114F-5121-F944FC43BA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02" name="Group 1075">
                    <a:extLst>
                      <a:ext uri="{FF2B5EF4-FFF2-40B4-BE49-F238E27FC236}">
                        <a16:creationId xmlns:a16="http://schemas.microsoft.com/office/drawing/2014/main" id="{F1CA6CBA-E905-5DC1-973A-E94158732CF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309" name="Freeform 1076">
                      <a:extLst>
                        <a:ext uri="{FF2B5EF4-FFF2-40B4-BE49-F238E27FC236}">
                          <a16:creationId xmlns:a16="http://schemas.microsoft.com/office/drawing/2014/main" id="{077DD6B0-8A40-F70C-B7D2-D71CAD0138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0" name="Freeform 1077">
                      <a:extLst>
                        <a:ext uri="{FF2B5EF4-FFF2-40B4-BE49-F238E27FC236}">
                          <a16:creationId xmlns:a16="http://schemas.microsoft.com/office/drawing/2014/main" id="{3DE42AB2-8D85-AAF0-DA97-29514FA14C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1" name="Freeform 1078">
                      <a:extLst>
                        <a:ext uri="{FF2B5EF4-FFF2-40B4-BE49-F238E27FC236}">
                          <a16:creationId xmlns:a16="http://schemas.microsoft.com/office/drawing/2014/main" id="{1A879AF8-873E-D41F-CD1D-40C9F18685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2" name="Freeform 1079">
                      <a:extLst>
                        <a:ext uri="{FF2B5EF4-FFF2-40B4-BE49-F238E27FC236}">
                          <a16:creationId xmlns:a16="http://schemas.microsoft.com/office/drawing/2014/main" id="{68D537FF-15FA-9883-81DD-32CF51C3B23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3" name="Freeform 1080">
                      <a:extLst>
                        <a:ext uri="{FF2B5EF4-FFF2-40B4-BE49-F238E27FC236}">
                          <a16:creationId xmlns:a16="http://schemas.microsoft.com/office/drawing/2014/main" id="{0A955B7B-182C-0ACD-8448-11EAA128AC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4" name="Freeform 1081">
                      <a:extLst>
                        <a:ext uri="{FF2B5EF4-FFF2-40B4-BE49-F238E27FC236}">
                          <a16:creationId xmlns:a16="http://schemas.microsoft.com/office/drawing/2014/main" id="{BA5D7DAE-4460-8D35-1915-EECC1DD032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303" name="Freeform 1082">
                    <a:extLst>
                      <a:ext uri="{FF2B5EF4-FFF2-40B4-BE49-F238E27FC236}">
                        <a16:creationId xmlns:a16="http://schemas.microsoft.com/office/drawing/2014/main" id="{D7BD24FF-A60B-550E-4FD5-23B5CD3485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4" name="Freeform 1083">
                    <a:extLst>
                      <a:ext uri="{FF2B5EF4-FFF2-40B4-BE49-F238E27FC236}">
                        <a16:creationId xmlns:a16="http://schemas.microsoft.com/office/drawing/2014/main" id="{4A5A53D3-A937-EF57-EB65-E90EF2560D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5" name="Freeform 1084">
                    <a:extLst>
                      <a:ext uri="{FF2B5EF4-FFF2-40B4-BE49-F238E27FC236}">
                        <a16:creationId xmlns:a16="http://schemas.microsoft.com/office/drawing/2014/main" id="{FD951C77-B6B5-E6EF-9766-1B591E2F66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" name="Freeform 1085">
                    <a:extLst>
                      <a:ext uri="{FF2B5EF4-FFF2-40B4-BE49-F238E27FC236}">
                        <a16:creationId xmlns:a16="http://schemas.microsoft.com/office/drawing/2014/main" id="{EDD39DC5-CEE7-AF9F-1B9F-79280F3EB2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1086">
                    <a:extLst>
                      <a:ext uri="{FF2B5EF4-FFF2-40B4-BE49-F238E27FC236}">
                        <a16:creationId xmlns:a16="http://schemas.microsoft.com/office/drawing/2014/main" id="{1EBBD098-4729-D17E-B907-DA76099FCC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1087">
                    <a:extLst>
                      <a:ext uri="{FF2B5EF4-FFF2-40B4-BE49-F238E27FC236}">
                        <a16:creationId xmlns:a16="http://schemas.microsoft.com/office/drawing/2014/main" id="{9CBC8FC5-3964-7C78-105A-92698DA9FD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53" name="Group 983">
                <a:extLst>
                  <a:ext uri="{FF2B5EF4-FFF2-40B4-BE49-F238E27FC236}">
                    <a16:creationId xmlns:a16="http://schemas.microsoft.com/office/drawing/2014/main" id="{DB12CC59-107F-26B5-3C4C-4434A0BC08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254" name="Freeform 984">
                  <a:extLst>
                    <a:ext uri="{FF2B5EF4-FFF2-40B4-BE49-F238E27FC236}">
                      <a16:creationId xmlns:a16="http://schemas.microsoft.com/office/drawing/2014/main" id="{5ABBD184-A434-2B44-739B-18A2F740B0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Rectangle 985">
                  <a:extLst>
                    <a:ext uri="{FF2B5EF4-FFF2-40B4-BE49-F238E27FC236}">
                      <a16:creationId xmlns:a16="http://schemas.microsoft.com/office/drawing/2014/main" id="{BF8AB73B-45C2-4ABD-BD83-C6C147A51D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6" name="Freeform 986">
                  <a:extLst>
                    <a:ext uri="{FF2B5EF4-FFF2-40B4-BE49-F238E27FC236}">
                      <a16:creationId xmlns:a16="http://schemas.microsoft.com/office/drawing/2014/main" id="{FE74A35B-88A0-D3CF-9280-F3FEA29508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987">
                  <a:extLst>
                    <a:ext uri="{FF2B5EF4-FFF2-40B4-BE49-F238E27FC236}">
                      <a16:creationId xmlns:a16="http://schemas.microsoft.com/office/drawing/2014/main" id="{7FFDC919-3316-B564-E5F5-CAE5124E7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Rectangle 988">
                  <a:extLst>
                    <a:ext uri="{FF2B5EF4-FFF2-40B4-BE49-F238E27FC236}">
                      <a16:creationId xmlns:a16="http://schemas.microsoft.com/office/drawing/2014/main" id="{63B76534-094B-0A4B-51FB-51ACE00563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59" name="Group 989">
                  <a:extLst>
                    <a:ext uri="{FF2B5EF4-FFF2-40B4-BE49-F238E27FC236}">
                      <a16:creationId xmlns:a16="http://schemas.microsoft.com/office/drawing/2014/main" id="{F31A6156-037F-069E-F615-730DC9EE33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84" name="AutoShape 990">
                    <a:extLst>
                      <a:ext uri="{FF2B5EF4-FFF2-40B4-BE49-F238E27FC236}">
                        <a16:creationId xmlns:a16="http://schemas.microsoft.com/office/drawing/2014/main" id="{950908F1-84E7-6442-E534-0044C2A047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85" name="AutoShape 991">
                    <a:extLst>
                      <a:ext uri="{FF2B5EF4-FFF2-40B4-BE49-F238E27FC236}">
                        <a16:creationId xmlns:a16="http://schemas.microsoft.com/office/drawing/2014/main" id="{63E16760-FE26-47B9-4DB8-8B08E3BB5A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60" name="Rectangle 992">
                  <a:extLst>
                    <a:ext uri="{FF2B5EF4-FFF2-40B4-BE49-F238E27FC236}">
                      <a16:creationId xmlns:a16="http://schemas.microsoft.com/office/drawing/2014/main" id="{9E9755E7-7059-A0BF-246A-BD86858F10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61" name="Group 993">
                  <a:extLst>
                    <a:ext uri="{FF2B5EF4-FFF2-40B4-BE49-F238E27FC236}">
                      <a16:creationId xmlns:a16="http://schemas.microsoft.com/office/drawing/2014/main" id="{08FF8553-1E78-EA34-C140-837FE99D9A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82" name="AutoShape 994">
                    <a:extLst>
                      <a:ext uri="{FF2B5EF4-FFF2-40B4-BE49-F238E27FC236}">
                        <a16:creationId xmlns:a16="http://schemas.microsoft.com/office/drawing/2014/main" id="{C0590654-E030-1032-5378-DA46EC7CFD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83" name="AutoShape 995">
                    <a:extLst>
                      <a:ext uri="{FF2B5EF4-FFF2-40B4-BE49-F238E27FC236}">
                        <a16:creationId xmlns:a16="http://schemas.microsoft.com/office/drawing/2014/main" id="{DAF2314A-2B85-6656-8166-9D6BA8DFC8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62" name="Rectangle 996">
                  <a:extLst>
                    <a:ext uri="{FF2B5EF4-FFF2-40B4-BE49-F238E27FC236}">
                      <a16:creationId xmlns:a16="http://schemas.microsoft.com/office/drawing/2014/main" id="{270DC71A-5D29-D965-C677-F857F9FFA8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3" name="Rectangle 997">
                  <a:extLst>
                    <a:ext uri="{FF2B5EF4-FFF2-40B4-BE49-F238E27FC236}">
                      <a16:creationId xmlns:a16="http://schemas.microsoft.com/office/drawing/2014/main" id="{6AF8EBB0-02F9-76E3-BA39-1CCE59A6A0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64" name="Group 998">
                  <a:extLst>
                    <a:ext uri="{FF2B5EF4-FFF2-40B4-BE49-F238E27FC236}">
                      <a16:creationId xmlns:a16="http://schemas.microsoft.com/office/drawing/2014/main" id="{1B537C04-5D0E-3A00-75A6-3E67C31150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80" name="AutoShape 999">
                    <a:extLst>
                      <a:ext uri="{FF2B5EF4-FFF2-40B4-BE49-F238E27FC236}">
                        <a16:creationId xmlns:a16="http://schemas.microsoft.com/office/drawing/2014/main" id="{9DF18D3E-7D30-5396-BBE5-F0BEA27CD6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81" name="AutoShape 1000">
                    <a:extLst>
                      <a:ext uri="{FF2B5EF4-FFF2-40B4-BE49-F238E27FC236}">
                        <a16:creationId xmlns:a16="http://schemas.microsoft.com/office/drawing/2014/main" id="{6B9702FB-82F0-157C-833A-2B36A022C8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65" name="Freeform 1001">
                  <a:extLst>
                    <a:ext uri="{FF2B5EF4-FFF2-40B4-BE49-F238E27FC236}">
                      <a16:creationId xmlns:a16="http://schemas.microsoft.com/office/drawing/2014/main" id="{64D36517-F4CC-AA47-4EDF-2F857686F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66" name="Group 1002">
                  <a:extLst>
                    <a:ext uri="{FF2B5EF4-FFF2-40B4-BE49-F238E27FC236}">
                      <a16:creationId xmlns:a16="http://schemas.microsoft.com/office/drawing/2014/main" id="{5159ABEC-802A-1876-2B89-749FD4A812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78" name="AutoShape 1003">
                    <a:extLst>
                      <a:ext uri="{FF2B5EF4-FFF2-40B4-BE49-F238E27FC236}">
                        <a16:creationId xmlns:a16="http://schemas.microsoft.com/office/drawing/2014/main" id="{940545EE-7264-FB1C-8A90-050C0405D3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79" name="AutoShape 1004">
                    <a:extLst>
                      <a:ext uri="{FF2B5EF4-FFF2-40B4-BE49-F238E27FC236}">
                        <a16:creationId xmlns:a16="http://schemas.microsoft.com/office/drawing/2014/main" id="{8B9E8CC1-6514-27BB-8B26-E57B5A7EAA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67" name="Rectangle 1005">
                  <a:extLst>
                    <a:ext uri="{FF2B5EF4-FFF2-40B4-BE49-F238E27FC236}">
                      <a16:creationId xmlns:a16="http://schemas.microsoft.com/office/drawing/2014/main" id="{01EC4336-7DA7-05A4-0036-62E33A0E6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8" name="Freeform 1006">
                  <a:extLst>
                    <a:ext uri="{FF2B5EF4-FFF2-40B4-BE49-F238E27FC236}">
                      <a16:creationId xmlns:a16="http://schemas.microsoft.com/office/drawing/2014/main" id="{B1A14A30-F920-EE2C-F67F-A8D259DBE9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1007">
                  <a:extLst>
                    <a:ext uri="{FF2B5EF4-FFF2-40B4-BE49-F238E27FC236}">
                      <a16:creationId xmlns:a16="http://schemas.microsoft.com/office/drawing/2014/main" id="{7D9AED3F-091F-4DC0-A4F7-ADAD32F9A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Oval 1008">
                  <a:extLst>
                    <a:ext uri="{FF2B5EF4-FFF2-40B4-BE49-F238E27FC236}">
                      <a16:creationId xmlns:a16="http://schemas.microsoft.com/office/drawing/2014/main" id="{8477FB1C-C7F4-9896-D0F2-0715DCD5BF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1" name="Freeform 1009">
                  <a:extLst>
                    <a:ext uri="{FF2B5EF4-FFF2-40B4-BE49-F238E27FC236}">
                      <a16:creationId xmlns:a16="http://schemas.microsoft.com/office/drawing/2014/main" id="{3C188283-A4A0-E3B2-ACFB-3B6FB8494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2" name="AutoShape 1010">
                  <a:extLst>
                    <a:ext uri="{FF2B5EF4-FFF2-40B4-BE49-F238E27FC236}">
                      <a16:creationId xmlns:a16="http://schemas.microsoft.com/office/drawing/2014/main" id="{4A1A90C2-61C5-3FA5-D330-09166ABE1F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3" name="AutoShape 1011">
                  <a:extLst>
                    <a:ext uri="{FF2B5EF4-FFF2-40B4-BE49-F238E27FC236}">
                      <a16:creationId xmlns:a16="http://schemas.microsoft.com/office/drawing/2014/main" id="{82BBB230-F20D-E57A-E6A1-863F62B8EC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4" name="Oval 1012">
                  <a:extLst>
                    <a:ext uri="{FF2B5EF4-FFF2-40B4-BE49-F238E27FC236}">
                      <a16:creationId xmlns:a16="http://schemas.microsoft.com/office/drawing/2014/main" id="{F7DC42C5-03BF-1230-2B88-F1056E1568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5" name="Oval 1013">
                  <a:extLst>
                    <a:ext uri="{FF2B5EF4-FFF2-40B4-BE49-F238E27FC236}">
                      <a16:creationId xmlns:a16="http://schemas.microsoft.com/office/drawing/2014/main" id="{1EB1A5CC-E928-8DC4-1756-8106B42D3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6" name="Oval 1014">
                  <a:extLst>
                    <a:ext uri="{FF2B5EF4-FFF2-40B4-BE49-F238E27FC236}">
                      <a16:creationId xmlns:a16="http://schemas.microsoft.com/office/drawing/2014/main" id="{3AB94425-7BF3-E49B-2254-F9ED9445DA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7" name="Rectangle 1015">
                  <a:extLst>
                    <a:ext uri="{FF2B5EF4-FFF2-40B4-BE49-F238E27FC236}">
                      <a16:creationId xmlns:a16="http://schemas.microsoft.com/office/drawing/2014/main" id="{3F242B1A-2B99-4A22-2A0A-4FE62B9C33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CBDE099F-63AB-D49F-C97F-2FE4B8AAC04F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454" name="Oval 453">
              <a:extLst>
                <a:ext uri="{FF2B5EF4-FFF2-40B4-BE49-F238E27FC236}">
                  <a16:creationId xmlns:a16="http://schemas.microsoft.com/office/drawing/2014/main" id="{47043479-8FB5-1566-328E-33D7EF24B429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20D53110-8073-22F9-7606-BD9D958E0135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73644C4-94A8-A9E9-79AA-7254CBCE8380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773364A5-06F9-4D72-8F69-8EBE75202D63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458" name="Oval 457">
                <a:extLst>
                  <a:ext uri="{FF2B5EF4-FFF2-40B4-BE49-F238E27FC236}">
                    <a16:creationId xmlns:a16="http://schemas.microsoft.com/office/drawing/2014/main" id="{2BBC0A5D-83BE-20BF-C108-BF835D2C7537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Oval 458">
                <a:extLst>
                  <a:ext uri="{FF2B5EF4-FFF2-40B4-BE49-F238E27FC236}">
                    <a16:creationId xmlns:a16="http://schemas.microsoft.com/office/drawing/2014/main" id="{666375C0-3A74-F9CE-0DAD-FBFE57407F59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F2A3DBD2-C25D-D4BF-6E05-68B185D3498F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Oval 460">
                <a:extLst>
                  <a:ext uri="{FF2B5EF4-FFF2-40B4-BE49-F238E27FC236}">
                    <a16:creationId xmlns:a16="http://schemas.microsoft.com/office/drawing/2014/main" id="{D15227D2-90BC-FF5C-90EC-A368F1E81199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238F0A09-D5DE-79C1-F2D4-3298BDB59B89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Oval 462">
                <a:extLst>
                  <a:ext uri="{FF2B5EF4-FFF2-40B4-BE49-F238E27FC236}">
                    <a16:creationId xmlns:a16="http://schemas.microsoft.com/office/drawing/2014/main" id="{D6C0A083-0FEF-72C1-A054-A979248BC908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EF685562-F2E0-7D5C-21ED-5058DDEAB715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CAF5BE64-2312-8773-1381-788CE263A64A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Oval 465">
                <a:extLst>
                  <a:ext uri="{FF2B5EF4-FFF2-40B4-BE49-F238E27FC236}">
                    <a16:creationId xmlns:a16="http://schemas.microsoft.com/office/drawing/2014/main" id="{AC0560C9-6A36-85E1-4CBD-E3A8DF6910C9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F41CCE4E-A3D3-B0E5-B084-C203A028D0FF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Oval 467">
                <a:extLst>
                  <a:ext uri="{FF2B5EF4-FFF2-40B4-BE49-F238E27FC236}">
                    <a16:creationId xmlns:a16="http://schemas.microsoft.com/office/drawing/2014/main" id="{963040B6-B59E-01AD-ABC8-8A15377B7D1E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17BCB478-A717-3CE7-0555-07C6F2DEB82C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8458199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7A255C-3980-A4A9-649F-3EEEF2A5A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FD94FB-8681-8A26-8F64-0503BD7E2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Internet structure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3D14D3-7147-3DE0-0531-358A068CE60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5257800" cy="4351338"/>
          </a:xfrm>
        </p:spPr>
        <p:txBody>
          <a:bodyPr/>
          <a:lstStyle/>
          <a:p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network </a:t>
            </a:r>
            <a:r>
              <a:rPr lang="en-US" b="1" dirty="0">
                <a:solidFill>
                  <a:schemeClr val="bg2">
                    <a:lumMod val="75000"/>
                  </a:schemeClr>
                </a:solidFill>
              </a:rPr>
              <a:t>core:</a:t>
            </a:r>
            <a:endParaRPr lang="en-US" dirty="0">
              <a:solidFill>
                <a:schemeClr val="bg2">
                  <a:lumMod val="75000"/>
                </a:schemeClr>
              </a:solidFill>
            </a:endParaRP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mesh of interconnected </a:t>
            </a:r>
            <a:r>
              <a:rPr lang="en-US" i="1" dirty="0">
                <a:solidFill>
                  <a:schemeClr val="bg2">
                    <a:lumMod val="75000"/>
                  </a:schemeClr>
                </a:solidFill>
              </a:rPr>
              <a:t>routers</a:t>
            </a:r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, </a:t>
            </a:r>
            <a:r>
              <a:rPr lang="en-US" i="1" dirty="0">
                <a:solidFill>
                  <a:schemeClr val="bg2">
                    <a:lumMod val="75000"/>
                  </a:schemeClr>
                </a:solidFill>
              </a:rPr>
              <a:t>networks</a:t>
            </a:r>
            <a:endParaRPr lang="en-US" dirty="0">
              <a:solidFill>
                <a:schemeClr val="bg2">
                  <a:lumMod val="75000"/>
                </a:schemeClr>
              </a:solidFill>
            </a:endParaRPr>
          </a:p>
          <a:p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network </a:t>
            </a:r>
            <a:r>
              <a:rPr lang="en-US" b="1" dirty="0">
                <a:solidFill>
                  <a:schemeClr val="bg2">
                    <a:lumMod val="75000"/>
                  </a:schemeClr>
                </a:solidFill>
              </a:rPr>
              <a:t>edge:</a:t>
            </a:r>
            <a:endParaRPr lang="en-US" dirty="0">
              <a:solidFill>
                <a:schemeClr val="bg2">
                  <a:lumMod val="75000"/>
                </a:schemeClr>
              </a:solidFill>
            </a:endParaRP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hosts: clients and servers</a:t>
            </a:r>
          </a:p>
          <a:p>
            <a:pPr lvl="1"/>
            <a:r>
              <a:rPr lang="en-US" dirty="0">
                <a:solidFill>
                  <a:schemeClr val="bg2">
                    <a:lumMod val="75000"/>
                  </a:schemeClr>
                </a:solidFill>
              </a:rPr>
              <a:t>servers often in data centers</a:t>
            </a:r>
          </a:p>
          <a:p>
            <a:r>
              <a:rPr lang="en-US" b="1" dirty="0"/>
              <a:t>access </a:t>
            </a:r>
            <a:r>
              <a:rPr lang="en-US" dirty="0"/>
              <a:t>network:</a:t>
            </a:r>
          </a:p>
          <a:p>
            <a:pPr lvl="1"/>
            <a:r>
              <a:rPr lang="en-US" dirty="0"/>
              <a:t>wired, wireless links</a:t>
            </a:r>
          </a:p>
          <a:p>
            <a:pPr lvl="1"/>
            <a:r>
              <a:rPr lang="en-US" dirty="0"/>
              <a:t>often used to describe </a:t>
            </a:r>
            <a:r>
              <a:rPr lang="en-US" i="1" dirty="0"/>
              <a:t>last-mile </a:t>
            </a:r>
            <a:r>
              <a:rPr lang="en-US" dirty="0"/>
              <a:t>links (e.g., </a:t>
            </a:r>
            <a:r>
              <a:rPr lang="en-US" dirty="0" err="1"/>
              <a:t>WiFi</a:t>
            </a:r>
            <a:r>
              <a:rPr lang="en-US" dirty="0"/>
              <a:t>, 4G/5G, DSL)</a:t>
            </a:r>
          </a:p>
          <a:p>
            <a:pPr lvl="1"/>
            <a:endParaRPr lang="en-US" dirty="0"/>
          </a:p>
        </p:txBody>
      </p:sp>
      <p:sp>
        <p:nvSpPr>
          <p:cNvPr id="455" name="Rectangle 419">
            <a:extLst>
              <a:ext uri="{FF2B5EF4-FFF2-40B4-BE49-F238E27FC236}">
                <a16:creationId xmlns:a16="http://schemas.microsoft.com/office/drawing/2014/main" id="{AC140FFA-653D-3863-2A6F-D8C8A7F7F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19A995A5-185C-1AAA-43C4-B36751C76BED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7" name="Freeform 417">
            <a:extLst>
              <a:ext uri="{FF2B5EF4-FFF2-40B4-BE49-F238E27FC236}">
                <a16:creationId xmlns:a16="http://schemas.microsoft.com/office/drawing/2014/main" id="{93ED8CD0-F95F-5EA5-D3C2-B7B980D461C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8" name="AutoShape 420">
            <a:extLst>
              <a:ext uri="{FF2B5EF4-FFF2-40B4-BE49-F238E27FC236}">
                <a16:creationId xmlns:a16="http://schemas.microsoft.com/office/drawing/2014/main" id="{F391AAC5-B33C-AFA6-B94D-00AA74665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59" name="Freeform 427">
            <a:extLst>
              <a:ext uri="{FF2B5EF4-FFF2-40B4-BE49-F238E27FC236}">
                <a16:creationId xmlns:a16="http://schemas.microsoft.com/office/drawing/2014/main" id="{3F18BD5F-85D9-618B-44E2-C821297BDF52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0" name="Text Box 580">
            <a:extLst>
              <a:ext uri="{FF2B5EF4-FFF2-40B4-BE49-F238E27FC236}">
                <a16:creationId xmlns:a16="http://schemas.microsoft.com/office/drawing/2014/main" id="{80BC2AE5-EAC9-875F-C609-03EFCA2658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461" name="Text Box 580">
            <a:extLst>
              <a:ext uri="{FF2B5EF4-FFF2-40B4-BE49-F238E27FC236}">
                <a16:creationId xmlns:a16="http://schemas.microsoft.com/office/drawing/2014/main" id="{58A73202-DFF8-3673-5120-DD222127D1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462" name="Text Box 580">
            <a:extLst>
              <a:ext uri="{FF2B5EF4-FFF2-40B4-BE49-F238E27FC236}">
                <a16:creationId xmlns:a16="http://schemas.microsoft.com/office/drawing/2014/main" id="{E1B8802C-6EF8-F565-0922-98D4165F11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427B2281-4656-416B-6F45-78720DD2F99E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425E5DF4-181E-EBF9-0D53-E1C9CF2DE93C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B4F10E1C-2848-112F-35DC-140BD67CC88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C577149-F50A-F68C-FB50-331688A675E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09F4C11F-81A5-F29B-0E01-868E1E4CC748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1E5E0219-3DD0-F5C9-646D-9938507015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17CA2AFE-6E32-DD92-442A-243A96E89F4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EA93BFBA-E24A-887E-41FF-2A53761B83B3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6D7D620D-CF44-4AF6-36BB-995C11D1B96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Straight Connector 471">
              <a:extLst>
                <a:ext uri="{FF2B5EF4-FFF2-40B4-BE49-F238E27FC236}">
                  <a16:creationId xmlns:a16="http://schemas.microsoft.com/office/drawing/2014/main" id="{45F7F5DB-DC4B-8861-F504-F7B87E1416A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E0C85248-86AB-ABB7-0993-C18126BC4212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D3B12F60-EE09-774B-A9B4-39F6E8C31A4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FE60F2C4-ED7D-2629-46BD-F720914E659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7A84DD9E-109D-F8E7-1022-897C30AB982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30E1CFB4-0EF0-8FBB-EE12-C6A3BD6E5BD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812E9F66-D27F-521E-730F-49CEDCE445A6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E497D821-8742-8B34-5E9A-454C360C0562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5F962662-0BC3-0578-B262-146E22A1EE0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3D47E14-7A50-1EB5-36DB-2B6C4710F6A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2" name="Freeform 481">
            <a:extLst>
              <a:ext uri="{FF2B5EF4-FFF2-40B4-BE49-F238E27FC236}">
                <a16:creationId xmlns:a16="http://schemas.microsoft.com/office/drawing/2014/main" id="{CE843776-4880-930A-3BEB-322CEBD048B6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3" name="TextBox 482">
            <a:extLst>
              <a:ext uri="{FF2B5EF4-FFF2-40B4-BE49-F238E27FC236}">
                <a16:creationId xmlns:a16="http://schemas.microsoft.com/office/drawing/2014/main" id="{C78BAF3C-D67B-D0EC-1C6D-ED0E63D76DED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84" name="Rectangle 483">
            <a:extLst>
              <a:ext uri="{FF2B5EF4-FFF2-40B4-BE49-F238E27FC236}">
                <a16:creationId xmlns:a16="http://schemas.microsoft.com/office/drawing/2014/main" id="{0D5DE2FD-3BF5-FADD-845A-5E5EE94482B0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5" name="TextBox 484">
            <a:extLst>
              <a:ext uri="{FF2B5EF4-FFF2-40B4-BE49-F238E27FC236}">
                <a16:creationId xmlns:a16="http://schemas.microsoft.com/office/drawing/2014/main" id="{5C496C61-D20A-D11F-07BB-526C957577CC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86" name="TextBox 485">
            <a:extLst>
              <a:ext uri="{FF2B5EF4-FFF2-40B4-BE49-F238E27FC236}">
                <a16:creationId xmlns:a16="http://schemas.microsoft.com/office/drawing/2014/main" id="{DA6E4499-8EB6-635C-EA64-7EF2519431A8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87" name="TextBox 486">
            <a:extLst>
              <a:ext uri="{FF2B5EF4-FFF2-40B4-BE49-F238E27FC236}">
                <a16:creationId xmlns:a16="http://schemas.microsoft.com/office/drawing/2014/main" id="{BFC146D3-099B-1EE7-E907-826E331EAFDA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88" name="Straight Connector 487">
            <a:extLst>
              <a:ext uri="{FF2B5EF4-FFF2-40B4-BE49-F238E27FC236}">
                <a16:creationId xmlns:a16="http://schemas.microsoft.com/office/drawing/2014/main" id="{3DB3A3B9-C5B1-DEFE-E6D9-5640F62CE4F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9" name="Straight Connector 488">
            <a:extLst>
              <a:ext uri="{FF2B5EF4-FFF2-40B4-BE49-F238E27FC236}">
                <a16:creationId xmlns:a16="http://schemas.microsoft.com/office/drawing/2014/main" id="{87D088A9-7380-DBAE-9264-7BEE0275FBF1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0" name="Straight Connector 489">
            <a:extLst>
              <a:ext uri="{FF2B5EF4-FFF2-40B4-BE49-F238E27FC236}">
                <a16:creationId xmlns:a16="http://schemas.microsoft.com/office/drawing/2014/main" id="{B01A99F3-5645-9294-7BB0-B7F72EE21B51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1" name="Straight Connector 490">
            <a:extLst>
              <a:ext uri="{FF2B5EF4-FFF2-40B4-BE49-F238E27FC236}">
                <a16:creationId xmlns:a16="http://schemas.microsoft.com/office/drawing/2014/main" id="{FFDA84B0-B0AE-AAAA-9C70-AE901ACFC008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2" name="Straight Connector 491">
            <a:extLst>
              <a:ext uri="{FF2B5EF4-FFF2-40B4-BE49-F238E27FC236}">
                <a16:creationId xmlns:a16="http://schemas.microsoft.com/office/drawing/2014/main" id="{90038D4E-FE37-A4D7-2AE3-3B392DDFF355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3" name="Straight Connector 492">
            <a:extLst>
              <a:ext uri="{FF2B5EF4-FFF2-40B4-BE49-F238E27FC236}">
                <a16:creationId xmlns:a16="http://schemas.microsoft.com/office/drawing/2014/main" id="{3169D6E2-9CD5-16FE-A6FB-4CB7BCEC56F3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4" name="Straight Connector 493">
            <a:extLst>
              <a:ext uri="{FF2B5EF4-FFF2-40B4-BE49-F238E27FC236}">
                <a16:creationId xmlns:a16="http://schemas.microsoft.com/office/drawing/2014/main" id="{CCB72745-4AEC-7649-A093-B789379BBDC2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5" name="Straight Connector 494">
            <a:extLst>
              <a:ext uri="{FF2B5EF4-FFF2-40B4-BE49-F238E27FC236}">
                <a16:creationId xmlns:a16="http://schemas.microsoft.com/office/drawing/2014/main" id="{A35E20AE-0F4D-80B8-BEA1-F426FF206FDA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Straight Connector 495">
            <a:extLst>
              <a:ext uri="{FF2B5EF4-FFF2-40B4-BE49-F238E27FC236}">
                <a16:creationId xmlns:a16="http://schemas.microsoft.com/office/drawing/2014/main" id="{EFCAFBF0-043E-7D15-3429-5D30B42C890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" name="Straight Connector 496">
            <a:extLst>
              <a:ext uri="{FF2B5EF4-FFF2-40B4-BE49-F238E27FC236}">
                <a16:creationId xmlns:a16="http://schemas.microsoft.com/office/drawing/2014/main" id="{DFE6BA29-89F1-A413-5B4D-6CEE39BD1751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8" name="Straight Connector 497">
            <a:extLst>
              <a:ext uri="{FF2B5EF4-FFF2-40B4-BE49-F238E27FC236}">
                <a16:creationId xmlns:a16="http://schemas.microsoft.com/office/drawing/2014/main" id="{E3324C04-1F91-9AC7-5E65-E43126B662BB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9" name="Straight Connector 498">
            <a:extLst>
              <a:ext uri="{FF2B5EF4-FFF2-40B4-BE49-F238E27FC236}">
                <a16:creationId xmlns:a16="http://schemas.microsoft.com/office/drawing/2014/main" id="{339913C3-18DE-36F9-13A8-AF6B75123B87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0" name="Straight Connector 499">
            <a:extLst>
              <a:ext uri="{FF2B5EF4-FFF2-40B4-BE49-F238E27FC236}">
                <a16:creationId xmlns:a16="http://schemas.microsoft.com/office/drawing/2014/main" id="{7343D2F3-D979-6205-3CC4-D7AE51DA3F76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1" name="Straight Connector 500">
            <a:extLst>
              <a:ext uri="{FF2B5EF4-FFF2-40B4-BE49-F238E27FC236}">
                <a16:creationId xmlns:a16="http://schemas.microsoft.com/office/drawing/2014/main" id="{39CFD024-8BFA-7533-71FC-5047CC94821F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2" name="Straight Connector 501">
            <a:extLst>
              <a:ext uri="{FF2B5EF4-FFF2-40B4-BE49-F238E27FC236}">
                <a16:creationId xmlns:a16="http://schemas.microsoft.com/office/drawing/2014/main" id="{6A978FF4-3407-7E93-9B07-EE36869CB441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3" name="Straight Connector 502">
            <a:extLst>
              <a:ext uri="{FF2B5EF4-FFF2-40B4-BE49-F238E27FC236}">
                <a16:creationId xmlns:a16="http://schemas.microsoft.com/office/drawing/2014/main" id="{FE20BA3B-E741-D097-2136-6E324397CA26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4" name="Straight Connector 503">
            <a:extLst>
              <a:ext uri="{FF2B5EF4-FFF2-40B4-BE49-F238E27FC236}">
                <a16:creationId xmlns:a16="http://schemas.microsoft.com/office/drawing/2014/main" id="{21293C20-610F-5EE3-FB02-0BCC51993159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5" name="Straight Connector 504">
            <a:extLst>
              <a:ext uri="{FF2B5EF4-FFF2-40B4-BE49-F238E27FC236}">
                <a16:creationId xmlns:a16="http://schemas.microsoft.com/office/drawing/2014/main" id="{5CEDCCAC-DF41-80FF-01EE-D2DB4D7C9B8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6" name="Straight Connector 505">
            <a:extLst>
              <a:ext uri="{FF2B5EF4-FFF2-40B4-BE49-F238E27FC236}">
                <a16:creationId xmlns:a16="http://schemas.microsoft.com/office/drawing/2014/main" id="{55CCC88B-9FFB-716C-A5DF-BC00586A19BF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7" name="Line 541">
            <a:extLst>
              <a:ext uri="{FF2B5EF4-FFF2-40B4-BE49-F238E27FC236}">
                <a16:creationId xmlns:a16="http://schemas.microsoft.com/office/drawing/2014/main" id="{E5741E28-DFB0-DA6E-EA79-84DF1E4FBF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8" name="Line 424">
            <a:extLst>
              <a:ext uri="{FF2B5EF4-FFF2-40B4-BE49-F238E27FC236}">
                <a16:creationId xmlns:a16="http://schemas.microsoft.com/office/drawing/2014/main" id="{6D908E76-8A18-5C30-1DBA-88284EEE1C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Oval 800">
            <a:extLst>
              <a:ext uri="{FF2B5EF4-FFF2-40B4-BE49-F238E27FC236}">
                <a16:creationId xmlns:a16="http://schemas.microsoft.com/office/drawing/2014/main" id="{A54BAC77-52AB-D8AF-3EB9-165FA3BA1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995C1D7D-798C-D02A-CE24-2002A94D3C4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F68E51EB-44CB-2E92-C3EC-1BEBB5B71AB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EE574856-5A19-E47D-957F-E77E888A1D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B0BE91AD-731B-F8C3-B030-B834392FAF6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F4EAB16-0C3C-429A-28BE-DD8ABCAE7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162D4E95-66F1-9F33-8F0A-B30F4F9CFEA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E38D053-DB4C-45F9-C0FC-7DA5934C6A1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37B07A24-8D3D-D4ED-9A36-EFE2D4DFD09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EDDA60F6-C1A9-06CB-115F-D8E40096B20F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19" name="Freeform 518">
              <a:extLst>
                <a:ext uri="{FF2B5EF4-FFF2-40B4-BE49-F238E27FC236}">
                  <a16:creationId xmlns:a16="http://schemas.microsoft.com/office/drawing/2014/main" id="{D164466F-8B53-E85F-9940-9B8E03F4AFD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0" name="Oval 519">
              <a:extLst>
                <a:ext uri="{FF2B5EF4-FFF2-40B4-BE49-F238E27FC236}">
                  <a16:creationId xmlns:a16="http://schemas.microsoft.com/office/drawing/2014/main" id="{4CBD5269-ECCA-A29F-2902-B6E8502383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1" name="Group 520">
              <a:extLst>
                <a:ext uri="{FF2B5EF4-FFF2-40B4-BE49-F238E27FC236}">
                  <a16:creationId xmlns:a16="http://schemas.microsoft.com/office/drawing/2014/main" id="{32BB528D-C83D-0635-1875-E5EDBC6EB5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28440E68-BBCC-01FA-84B0-84CF05178FC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3" name="Freeform 522">
                <a:extLst>
                  <a:ext uri="{FF2B5EF4-FFF2-40B4-BE49-F238E27FC236}">
                    <a16:creationId xmlns:a16="http://schemas.microsoft.com/office/drawing/2014/main" id="{3408EEE8-5869-506F-136E-3CC950CA5AA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33CECFEC-81C7-F375-D4A1-CEE314735DE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255EBCE2-0E69-190B-201A-872D14A1DF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D4D4D2CB-E08F-EA49-BB54-385691A51554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27" name="Freeform 526">
              <a:extLst>
                <a:ext uri="{FF2B5EF4-FFF2-40B4-BE49-F238E27FC236}">
                  <a16:creationId xmlns:a16="http://schemas.microsoft.com/office/drawing/2014/main" id="{B9F602EA-61C5-EF05-6996-BAEF2870987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28" name="Oval 527">
              <a:extLst>
                <a:ext uri="{FF2B5EF4-FFF2-40B4-BE49-F238E27FC236}">
                  <a16:creationId xmlns:a16="http://schemas.microsoft.com/office/drawing/2014/main" id="{57407A96-4CE2-E6C2-BCE8-0C4865A013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BD5E5AFB-14D7-D6C8-2DF9-D0A2A1ECDD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0" name="Freeform 529">
                <a:extLst>
                  <a:ext uri="{FF2B5EF4-FFF2-40B4-BE49-F238E27FC236}">
                    <a16:creationId xmlns:a16="http://schemas.microsoft.com/office/drawing/2014/main" id="{8878FDC7-0F85-5017-4FF3-C2C9A5F6597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37008047-F058-CA4D-C547-20E1BD6DB3B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2" name="Freeform 531">
                <a:extLst>
                  <a:ext uri="{FF2B5EF4-FFF2-40B4-BE49-F238E27FC236}">
                    <a16:creationId xmlns:a16="http://schemas.microsoft.com/office/drawing/2014/main" id="{0BD90C80-9548-DC1C-8F47-09C12B64515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8A9E7FBC-79E5-3B37-F2C3-B79DC38E496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4" name="Group 533">
            <a:extLst>
              <a:ext uri="{FF2B5EF4-FFF2-40B4-BE49-F238E27FC236}">
                <a16:creationId xmlns:a16="http://schemas.microsoft.com/office/drawing/2014/main" id="{47A2BED4-DB00-F5D5-582B-17B9AF9ADD21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535" name="Freeform 534">
              <a:extLst>
                <a:ext uri="{FF2B5EF4-FFF2-40B4-BE49-F238E27FC236}">
                  <a16:creationId xmlns:a16="http://schemas.microsoft.com/office/drawing/2014/main" id="{E149AE00-E996-8A00-D697-6972A81621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F6B7BA3B-25F2-8A73-02F3-08376E8C225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7" name="Group 536">
              <a:extLst>
                <a:ext uri="{FF2B5EF4-FFF2-40B4-BE49-F238E27FC236}">
                  <a16:creationId xmlns:a16="http://schemas.microsoft.com/office/drawing/2014/main" id="{812A150A-DA81-3A0A-8615-7C9A270236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8" name="Freeform 537">
                <a:extLst>
                  <a:ext uri="{FF2B5EF4-FFF2-40B4-BE49-F238E27FC236}">
                    <a16:creationId xmlns:a16="http://schemas.microsoft.com/office/drawing/2014/main" id="{D0F303DD-7411-5D9B-4DC5-4A728D4D9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0D786AA6-0CB2-92B9-D83C-9AE10AE21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0" name="Freeform 539">
                <a:extLst>
                  <a:ext uri="{FF2B5EF4-FFF2-40B4-BE49-F238E27FC236}">
                    <a16:creationId xmlns:a16="http://schemas.microsoft.com/office/drawing/2014/main" id="{69D1D1B3-1ED3-5154-BFCC-30ACBED798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9E30E625-6591-46F4-6F4E-FC9BF7DF0E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7EFAFEC4-4FB3-A704-2A29-66587D8A98DA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43" name="Freeform 542">
              <a:extLst>
                <a:ext uri="{FF2B5EF4-FFF2-40B4-BE49-F238E27FC236}">
                  <a16:creationId xmlns:a16="http://schemas.microsoft.com/office/drawing/2014/main" id="{0AE912C8-EC49-E947-E863-41BBD54ED28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4" name="Oval 543">
              <a:extLst>
                <a:ext uri="{FF2B5EF4-FFF2-40B4-BE49-F238E27FC236}">
                  <a16:creationId xmlns:a16="http://schemas.microsoft.com/office/drawing/2014/main" id="{21A06C42-E1ED-A075-0CD0-947BE48CE2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3A02E766-50D8-A7FC-F1F3-0E3A7A2172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8B0969C7-8F86-6D27-EC5F-D3203CC806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93DFE7AA-B470-EC33-DF1E-4FB9E38191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8" name="Freeform 547">
                <a:extLst>
                  <a:ext uri="{FF2B5EF4-FFF2-40B4-BE49-F238E27FC236}">
                    <a16:creationId xmlns:a16="http://schemas.microsoft.com/office/drawing/2014/main" id="{4D397F47-3D62-DCC0-7DB2-ACF395A8C2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9" name="Freeform 548">
                <a:extLst>
                  <a:ext uri="{FF2B5EF4-FFF2-40B4-BE49-F238E27FC236}">
                    <a16:creationId xmlns:a16="http://schemas.microsoft.com/office/drawing/2014/main" id="{379EE1A0-D6A6-8073-4F53-4A28F328FE8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A5971CDA-5B9B-6E54-9359-01E69465F67B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51" name="Freeform 550">
              <a:extLst>
                <a:ext uri="{FF2B5EF4-FFF2-40B4-BE49-F238E27FC236}">
                  <a16:creationId xmlns:a16="http://schemas.microsoft.com/office/drawing/2014/main" id="{67B6A374-BF9F-14D5-15EC-2937D272FCF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68408296-2889-EE92-3452-376FE076D2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8E4D77A1-9104-0740-E733-077D22332C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4" name="Freeform 553">
                <a:extLst>
                  <a:ext uri="{FF2B5EF4-FFF2-40B4-BE49-F238E27FC236}">
                    <a16:creationId xmlns:a16="http://schemas.microsoft.com/office/drawing/2014/main" id="{69347812-B92F-4DB7-2A7C-385BC0E43F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F4543E2C-8AF2-082D-AEFE-7F5CB64FB1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6" name="Freeform 555">
                <a:extLst>
                  <a:ext uri="{FF2B5EF4-FFF2-40B4-BE49-F238E27FC236}">
                    <a16:creationId xmlns:a16="http://schemas.microsoft.com/office/drawing/2014/main" id="{179B3A09-63D3-8BB6-1349-4024D67F37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7" name="Freeform 556">
                <a:extLst>
                  <a:ext uri="{FF2B5EF4-FFF2-40B4-BE49-F238E27FC236}">
                    <a16:creationId xmlns:a16="http://schemas.microsoft.com/office/drawing/2014/main" id="{88E22A55-4875-EF6E-FA87-7F07389E22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E469AB8B-7779-30E5-7EFA-D4EF30D3B337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59" name="Freeform 558">
              <a:extLst>
                <a:ext uri="{FF2B5EF4-FFF2-40B4-BE49-F238E27FC236}">
                  <a16:creationId xmlns:a16="http://schemas.microsoft.com/office/drawing/2014/main" id="{824F9F7F-FB5D-EE49-56B0-29761A5A578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60" name="Oval 559">
              <a:extLst>
                <a:ext uri="{FF2B5EF4-FFF2-40B4-BE49-F238E27FC236}">
                  <a16:creationId xmlns:a16="http://schemas.microsoft.com/office/drawing/2014/main" id="{B426B258-22B3-EDF3-531F-EC51DEEF9D2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AB5F7C8D-4D1D-DFF9-AE47-9FDD726B0B3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62" name="Freeform 561">
                <a:extLst>
                  <a:ext uri="{FF2B5EF4-FFF2-40B4-BE49-F238E27FC236}">
                    <a16:creationId xmlns:a16="http://schemas.microsoft.com/office/drawing/2014/main" id="{974BE877-1EAC-F4E7-DAF6-51401A6D5BA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3" name="Freeform 562">
                <a:extLst>
                  <a:ext uri="{FF2B5EF4-FFF2-40B4-BE49-F238E27FC236}">
                    <a16:creationId xmlns:a16="http://schemas.microsoft.com/office/drawing/2014/main" id="{B3B68708-81B0-D0AF-71A0-55BF937145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4" name="Freeform 563">
                <a:extLst>
                  <a:ext uri="{FF2B5EF4-FFF2-40B4-BE49-F238E27FC236}">
                    <a16:creationId xmlns:a16="http://schemas.microsoft.com/office/drawing/2014/main" id="{BA6EAB33-FDE7-AFAE-E94F-E31D0BF200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295DEB4B-FDE8-D044-157C-80B82CE392E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6" name="Group 565">
            <a:extLst>
              <a:ext uri="{FF2B5EF4-FFF2-40B4-BE49-F238E27FC236}">
                <a16:creationId xmlns:a16="http://schemas.microsoft.com/office/drawing/2014/main" id="{2E9A3225-AF42-3562-B54E-A39324A24C4E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55B0E48F-57CA-2DFE-8E48-29F23ECE03E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68" name="Oval 567">
              <a:extLst>
                <a:ext uri="{FF2B5EF4-FFF2-40B4-BE49-F238E27FC236}">
                  <a16:creationId xmlns:a16="http://schemas.microsoft.com/office/drawing/2014/main" id="{C156D20D-0961-CED6-B6A0-1CCD3760F8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69" name="Group 568">
              <a:extLst>
                <a:ext uri="{FF2B5EF4-FFF2-40B4-BE49-F238E27FC236}">
                  <a16:creationId xmlns:a16="http://schemas.microsoft.com/office/drawing/2014/main" id="{0D64FFC6-3A6B-1705-55FF-F6FF53D8EC2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70" name="Freeform 569">
                <a:extLst>
                  <a:ext uri="{FF2B5EF4-FFF2-40B4-BE49-F238E27FC236}">
                    <a16:creationId xmlns:a16="http://schemas.microsoft.com/office/drawing/2014/main" id="{A2DBDBCA-5DEF-9ECE-5667-AD4FB6608A1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1" name="Freeform 570">
                <a:extLst>
                  <a:ext uri="{FF2B5EF4-FFF2-40B4-BE49-F238E27FC236}">
                    <a16:creationId xmlns:a16="http://schemas.microsoft.com/office/drawing/2014/main" id="{A1B7BD7F-325F-D471-E2F9-C1F695034FF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2" name="Freeform 571">
                <a:extLst>
                  <a:ext uri="{FF2B5EF4-FFF2-40B4-BE49-F238E27FC236}">
                    <a16:creationId xmlns:a16="http://schemas.microsoft.com/office/drawing/2014/main" id="{7AFA046E-376A-45BE-78C9-38131AB8EDC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14D36E2D-89B5-6695-1214-D8AF787E60C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83CEF907-366F-7D7C-1366-C9E9B9F187E1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9DAF6DDB-C7EB-F691-08F2-6DBE0FEE87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3FF75BF4-1818-D99A-AD95-FEA6FDFDC25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03564DAC-CCCE-2F6F-781F-55FA84CF10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FF1D9C4B-FFC4-4823-C75B-4BE1D375B7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9" name="Freeform 578">
                <a:extLst>
                  <a:ext uri="{FF2B5EF4-FFF2-40B4-BE49-F238E27FC236}">
                    <a16:creationId xmlns:a16="http://schemas.microsoft.com/office/drawing/2014/main" id="{6F6FE09B-3748-84A9-54AD-3AD811F2D0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0" name="Freeform 579">
                <a:extLst>
                  <a:ext uri="{FF2B5EF4-FFF2-40B4-BE49-F238E27FC236}">
                    <a16:creationId xmlns:a16="http://schemas.microsoft.com/office/drawing/2014/main" id="{BE2DC06C-EE8B-698F-07BD-7A053DA2210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FF8A8C5E-EE4B-21CB-EA38-8268FFBC8FE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82" name="Picture 653" descr="iphone_stylized_small">
            <a:extLst>
              <a:ext uri="{FF2B5EF4-FFF2-40B4-BE49-F238E27FC236}">
                <a16:creationId xmlns:a16="http://schemas.microsoft.com/office/drawing/2014/main" id="{CF88662A-946D-C21D-9FBA-C6E1D59E0D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3" name="Picture 1018" descr="laptop_keyboard">
            <a:extLst>
              <a:ext uri="{FF2B5EF4-FFF2-40B4-BE49-F238E27FC236}">
                <a16:creationId xmlns:a16="http://schemas.microsoft.com/office/drawing/2014/main" id="{65353ED6-9460-2FF4-DB34-4C6910C4D3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4" name="Freeform 1019">
            <a:extLst>
              <a:ext uri="{FF2B5EF4-FFF2-40B4-BE49-F238E27FC236}">
                <a16:creationId xmlns:a16="http://schemas.microsoft.com/office/drawing/2014/main" id="{04BB1E00-199C-0571-311B-A8ECA95929EA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85" name="Picture 1020" descr="screen">
            <a:extLst>
              <a:ext uri="{FF2B5EF4-FFF2-40B4-BE49-F238E27FC236}">
                <a16:creationId xmlns:a16="http://schemas.microsoft.com/office/drawing/2014/main" id="{2DE5A33C-92E5-9EE3-417F-FC3FEE2AC8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6" name="Freeform 1021">
            <a:extLst>
              <a:ext uri="{FF2B5EF4-FFF2-40B4-BE49-F238E27FC236}">
                <a16:creationId xmlns:a16="http://schemas.microsoft.com/office/drawing/2014/main" id="{959C3C71-D231-A73C-08C0-5B88E0661251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87" name="Freeform 1022">
            <a:extLst>
              <a:ext uri="{FF2B5EF4-FFF2-40B4-BE49-F238E27FC236}">
                <a16:creationId xmlns:a16="http://schemas.microsoft.com/office/drawing/2014/main" id="{63E36E12-7046-F8B5-6E45-A4BC801BFD14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88" name="Freeform 1023">
            <a:extLst>
              <a:ext uri="{FF2B5EF4-FFF2-40B4-BE49-F238E27FC236}">
                <a16:creationId xmlns:a16="http://schemas.microsoft.com/office/drawing/2014/main" id="{4BC34691-53A4-1B11-18DD-523509931445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89" name="Freeform 1024">
            <a:extLst>
              <a:ext uri="{FF2B5EF4-FFF2-40B4-BE49-F238E27FC236}">
                <a16:creationId xmlns:a16="http://schemas.microsoft.com/office/drawing/2014/main" id="{9BB4669B-1FCE-9DD2-5689-C94A106EE545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0" name="Freeform 1025">
            <a:extLst>
              <a:ext uri="{FF2B5EF4-FFF2-40B4-BE49-F238E27FC236}">
                <a16:creationId xmlns:a16="http://schemas.microsoft.com/office/drawing/2014/main" id="{AC8DE8FD-2F00-B088-14A6-CD2397EE1887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1" name="Freeform 1026">
            <a:extLst>
              <a:ext uri="{FF2B5EF4-FFF2-40B4-BE49-F238E27FC236}">
                <a16:creationId xmlns:a16="http://schemas.microsoft.com/office/drawing/2014/main" id="{DF5C9163-4B45-B341-194A-DF3B4E90D04F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92" name="Group 1027">
            <a:extLst>
              <a:ext uri="{FF2B5EF4-FFF2-40B4-BE49-F238E27FC236}">
                <a16:creationId xmlns:a16="http://schemas.microsoft.com/office/drawing/2014/main" id="{BF2FB1DB-DAD4-C102-C53B-8AE6981CA49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93" name="Freeform 1028">
              <a:extLst>
                <a:ext uri="{FF2B5EF4-FFF2-40B4-BE49-F238E27FC236}">
                  <a16:creationId xmlns:a16="http://schemas.microsoft.com/office/drawing/2014/main" id="{2F7F770A-FC9C-0B79-F81F-56EA1CA54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4" name="Freeform 1029">
              <a:extLst>
                <a:ext uri="{FF2B5EF4-FFF2-40B4-BE49-F238E27FC236}">
                  <a16:creationId xmlns:a16="http://schemas.microsoft.com/office/drawing/2014/main" id="{B1571F1A-9B86-0681-7AE0-5EDF57F6E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5" name="Freeform 1030">
              <a:extLst>
                <a:ext uri="{FF2B5EF4-FFF2-40B4-BE49-F238E27FC236}">
                  <a16:creationId xmlns:a16="http://schemas.microsoft.com/office/drawing/2014/main" id="{82CEB325-87E2-8C4C-0D4B-DCBD4F86A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6" name="Freeform 1031">
              <a:extLst>
                <a:ext uri="{FF2B5EF4-FFF2-40B4-BE49-F238E27FC236}">
                  <a16:creationId xmlns:a16="http://schemas.microsoft.com/office/drawing/2014/main" id="{CCA1D2B2-9C2E-2219-527A-A49AD9DAC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7" name="Freeform 1032">
              <a:extLst>
                <a:ext uri="{FF2B5EF4-FFF2-40B4-BE49-F238E27FC236}">
                  <a16:creationId xmlns:a16="http://schemas.microsoft.com/office/drawing/2014/main" id="{E338D497-0551-2A6A-5FDF-02C31757C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8" name="Freeform 1033">
              <a:extLst>
                <a:ext uri="{FF2B5EF4-FFF2-40B4-BE49-F238E27FC236}">
                  <a16:creationId xmlns:a16="http://schemas.microsoft.com/office/drawing/2014/main" id="{2CBBDCD3-C467-2C1C-55D3-C6B3A4BC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99" name="Freeform 1034">
            <a:extLst>
              <a:ext uri="{FF2B5EF4-FFF2-40B4-BE49-F238E27FC236}">
                <a16:creationId xmlns:a16="http://schemas.microsoft.com/office/drawing/2014/main" id="{A2A457FD-04F8-48DD-CDF0-9D68F6B42A68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0" name="Freeform 1035">
            <a:extLst>
              <a:ext uri="{FF2B5EF4-FFF2-40B4-BE49-F238E27FC236}">
                <a16:creationId xmlns:a16="http://schemas.microsoft.com/office/drawing/2014/main" id="{9A06B476-CF61-0B2C-865F-87DD91F18A1C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1" name="Freeform 1036">
            <a:extLst>
              <a:ext uri="{FF2B5EF4-FFF2-40B4-BE49-F238E27FC236}">
                <a16:creationId xmlns:a16="http://schemas.microsoft.com/office/drawing/2014/main" id="{C452A608-8603-A4BA-F229-B15B7444208F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2" name="Freeform 1037">
            <a:extLst>
              <a:ext uri="{FF2B5EF4-FFF2-40B4-BE49-F238E27FC236}">
                <a16:creationId xmlns:a16="http://schemas.microsoft.com/office/drawing/2014/main" id="{0D33ED4F-FB32-27E9-D82B-7D1F0DB9CB39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3" name="Freeform 1038">
            <a:extLst>
              <a:ext uri="{FF2B5EF4-FFF2-40B4-BE49-F238E27FC236}">
                <a16:creationId xmlns:a16="http://schemas.microsoft.com/office/drawing/2014/main" id="{9ED28422-3FD2-6DAF-7E26-9949A54AE418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4" name="Freeform 1039">
            <a:extLst>
              <a:ext uri="{FF2B5EF4-FFF2-40B4-BE49-F238E27FC236}">
                <a16:creationId xmlns:a16="http://schemas.microsoft.com/office/drawing/2014/main" id="{4402EA25-28A9-393F-7BBC-2B3C69F6189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5" name="Picture 568" descr="light2.png">
            <a:extLst>
              <a:ext uri="{FF2B5EF4-FFF2-40B4-BE49-F238E27FC236}">
                <a16:creationId xmlns:a16="http://schemas.microsoft.com/office/drawing/2014/main" id="{6DF79C40-3E46-B254-B624-C936F077787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6" name="Picture 603" descr="car_icon_small">
            <a:extLst>
              <a:ext uri="{FF2B5EF4-FFF2-40B4-BE49-F238E27FC236}">
                <a16:creationId xmlns:a16="http://schemas.microsoft.com/office/drawing/2014/main" id="{FFCFBE33-2080-0025-F724-C6FFF9B8CE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7" name="Picture 1116" descr="laptop_keyboard">
            <a:extLst>
              <a:ext uri="{FF2B5EF4-FFF2-40B4-BE49-F238E27FC236}">
                <a16:creationId xmlns:a16="http://schemas.microsoft.com/office/drawing/2014/main" id="{ACAFA0AB-A28D-C8D9-5279-5A22E13F80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8" name="Freeform 1117">
            <a:extLst>
              <a:ext uri="{FF2B5EF4-FFF2-40B4-BE49-F238E27FC236}">
                <a16:creationId xmlns:a16="http://schemas.microsoft.com/office/drawing/2014/main" id="{D030AB1D-24B7-C9C2-277D-E2E45E433AA3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9" name="Picture 1118" descr="screen">
            <a:extLst>
              <a:ext uri="{FF2B5EF4-FFF2-40B4-BE49-F238E27FC236}">
                <a16:creationId xmlns:a16="http://schemas.microsoft.com/office/drawing/2014/main" id="{FFF2524F-34E4-9017-EF23-ABAE3E97BD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0" name="Freeform 1119">
            <a:extLst>
              <a:ext uri="{FF2B5EF4-FFF2-40B4-BE49-F238E27FC236}">
                <a16:creationId xmlns:a16="http://schemas.microsoft.com/office/drawing/2014/main" id="{6918BA7C-F203-CF0A-09A9-61FE69C086D5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Freeform 1120">
            <a:extLst>
              <a:ext uri="{FF2B5EF4-FFF2-40B4-BE49-F238E27FC236}">
                <a16:creationId xmlns:a16="http://schemas.microsoft.com/office/drawing/2014/main" id="{6E77F1EB-69AD-8978-B844-BD78061BB5C4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121">
            <a:extLst>
              <a:ext uri="{FF2B5EF4-FFF2-40B4-BE49-F238E27FC236}">
                <a16:creationId xmlns:a16="http://schemas.microsoft.com/office/drawing/2014/main" id="{3A00B97D-2AFB-9D6E-50C6-16AA6B1B32C9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122">
            <a:extLst>
              <a:ext uri="{FF2B5EF4-FFF2-40B4-BE49-F238E27FC236}">
                <a16:creationId xmlns:a16="http://schemas.microsoft.com/office/drawing/2014/main" id="{BFB59A86-D9C5-3F1B-7A44-293A96B45BE6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Freeform 1123">
            <a:extLst>
              <a:ext uri="{FF2B5EF4-FFF2-40B4-BE49-F238E27FC236}">
                <a16:creationId xmlns:a16="http://schemas.microsoft.com/office/drawing/2014/main" id="{1CC0C515-27DC-C175-5444-1DE044DC43D0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5" name="Freeform 1124">
            <a:extLst>
              <a:ext uri="{FF2B5EF4-FFF2-40B4-BE49-F238E27FC236}">
                <a16:creationId xmlns:a16="http://schemas.microsoft.com/office/drawing/2014/main" id="{A7C8DA3C-0AF2-50E9-EDB3-4A1EEF9BEEAA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6" name="Group 1125">
            <a:extLst>
              <a:ext uri="{FF2B5EF4-FFF2-40B4-BE49-F238E27FC236}">
                <a16:creationId xmlns:a16="http://schemas.microsoft.com/office/drawing/2014/main" id="{B12D6A1A-CED3-4AE9-A48B-C825B1EE7BC4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617" name="Freeform 1126">
              <a:extLst>
                <a:ext uri="{FF2B5EF4-FFF2-40B4-BE49-F238E27FC236}">
                  <a16:creationId xmlns:a16="http://schemas.microsoft.com/office/drawing/2014/main" id="{D41E4034-F214-3501-FB47-011D50A7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127">
              <a:extLst>
                <a:ext uri="{FF2B5EF4-FFF2-40B4-BE49-F238E27FC236}">
                  <a16:creationId xmlns:a16="http://schemas.microsoft.com/office/drawing/2014/main" id="{9696E542-AEB3-7D83-2341-70CECCC2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128">
              <a:extLst>
                <a:ext uri="{FF2B5EF4-FFF2-40B4-BE49-F238E27FC236}">
                  <a16:creationId xmlns:a16="http://schemas.microsoft.com/office/drawing/2014/main" id="{95EE8C79-AEDB-59C7-E441-1A88749D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129">
              <a:extLst>
                <a:ext uri="{FF2B5EF4-FFF2-40B4-BE49-F238E27FC236}">
                  <a16:creationId xmlns:a16="http://schemas.microsoft.com/office/drawing/2014/main" id="{16617F54-5EF9-9650-46F9-2AFC88D8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1" name="Freeform 1130">
              <a:extLst>
                <a:ext uri="{FF2B5EF4-FFF2-40B4-BE49-F238E27FC236}">
                  <a16:creationId xmlns:a16="http://schemas.microsoft.com/office/drawing/2014/main" id="{4568AF52-D170-BB4F-E03C-65CBF8929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2" name="Freeform 1131">
              <a:extLst>
                <a:ext uri="{FF2B5EF4-FFF2-40B4-BE49-F238E27FC236}">
                  <a16:creationId xmlns:a16="http://schemas.microsoft.com/office/drawing/2014/main" id="{DED05B9D-3DD5-7703-ACD6-43B5B22E3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3" name="Freeform 1132">
            <a:extLst>
              <a:ext uri="{FF2B5EF4-FFF2-40B4-BE49-F238E27FC236}">
                <a16:creationId xmlns:a16="http://schemas.microsoft.com/office/drawing/2014/main" id="{36216340-CC98-5687-FFBC-2F729E374EAA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133">
            <a:extLst>
              <a:ext uri="{FF2B5EF4-FFF2-40B4-BE49-F238E27FC236}">
                <a16:creationId xmlns:a16="http://schemas.microsoft.com/office/drawing/2014/main" id="{33ED7587-C63B-7BA7-3A2F-40CDC6217FF7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134">
            <a:extLst>
              <a:ext uri="{FF2B5EF4-FFF2-40B4-BE49-F238E27FC236}">
                <a16:creationId xmlns:a16="http://schemas.microsoft.com/office/drawing/2014/main" id="{6A6ACFA1-622A-5A95-458D-F64F7B4C2B0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135">
            <a:extLst>
              <a:ext uri="{FF2B5EF4-FFF2-40B4-BE49-F238E27FC236}">
                <a16:creationId xmlns:a16="http://schemas.microsoft.com/office/drawing/2014/main" id="{68868F21-6D81-D698-EC08-3A0DEB643C02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7" name="Freeform 1136">
            <a:extLst>
              <a:ext uri="{FF2B5EF4-FFF2-40B4-BE49-F238E27FC236}">
                <a16:creationId xmlns:a16="http://schemas.microsoft.com/office/drawing/2014/main" id="{64D200DC-A4B5-5BC6-A26D-3978EE3AC054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8" name="Freeform 1137">
            <a:extLst>
              <a:ext uri="{FF2B5EF4-FFF2-40B4-BE49-F238E27FC236}">
                <a16:creationId xmlns:a16="http://schemas.microsoft.com/office/drawing/2014/main" id="{8573903E-73C2-6D32-179B-BD50EB9F9F1F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29" name="Picture 1140" descr="desktop_computer_stylized_medium">
            <a:extLst>
              <a:ext uri="{FF2B5EF4-FFF2-40B4-BE49-F238E27FC236}">
                <a16:creationId xmlns:a16="http://schemas.microsoft.com/office/drawing/2014/main" id="{32FDBE83-B5B9-13BC-982E-BCB187939C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0" name="Freeform 1141">
            <a:extLst>
              <a:ext uri="{FF2B5EF4-FFF2-40B4-BE49-F238E27FC236}">
                <a16:creationId xmlns:a16="http://schemas.microsoft.com/office/drawing/2014/main" id="{104030F8-CEB5-DC03-B623-A68DA394428B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1" name="Picture 571" descr="fridge2.png">
            <a:extLst>
              <a:ext uri="{FF2B5EF4-FFF2-40B4-BE49-F238E27FC236}">
                <a16:creationId xmlns:a16="http://schemas.microsoft.com/office/drawing/2014/main" id="{F3BC16C7-047D-714F-4B7E-868889A18497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32" name="Group 950">
            <a:extLst>
              <a:ext uri="{FF2B5EF4-FFF2-40B4-BE49-F238E27FC236}">
                <a16:creationId xmlns:a16="http://schemas.microsoft.com/office/drawing/2014/main" id="{26BDA6D9-E107-6B18-F3DD-153A02866DCB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633" name="Freeform 951">
              <a:extLst>
                <a:ext uri="{FF2B5EF4-FFF2-40B4-BE49-F238E27FC236}">
                  <a16:creationId xmlns:a16="http://schemas.microsoft.com/office/drawing/2014/main" id="{69E1D274-B0FE-72B8-2953-82A09AF1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4" name="Rectangle 952">
              <a:extLst>
                <a:ext uri="{FF2B5EF4-FFF2-40B4-BE49-F238E27FC236}">
                  <a16:creationId xmlns:a16="http://schemas.microsoft.com/office/drawing/2014/main" id="{8E614550-5D4B-D631-B01E-07221A401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35" name="Freeform 953">
              <a:extLst>
                <a:ext uri="{FF2B5EF4-FFF2-40B4-BE49-F238E27FC236}">
                  <a16:creationId xmlns:a16="http://schemas.microsoft.com/office/drawing/2014/main" id="{DD6881C2-EB74-79B5-3C2C-391CDA8F0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Freeform 954">
              <a:extLst>
                <a:ext uri="{FF2B5EF4-FFF2-40B4-BE49-F238E27FC236}">
                  <a16:creationId xmlns:a16="http://schemas.microsoft.com/office/drawing/2014/main" id="{0DE245A2-EAA3-A507-565A-0EF8E526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Rectangle 955">
              <a:extLst>
                <a:ext uri="{FF2B5EF4-FFF2-40B4-BE49-F238E27FC236}">
                  <a16:creationId xmlns:a16="http://schemas.microsoft.com/office/drawing/2014/main" id="{854DFE36-7F7C-C583-4B48-72CEB598D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38" name="Group 956">
              <a:extLst>
                <a:ext uri="{FF2B5EF4-FFF2-40B4-BE49-F238E27FC236}">
                  <a16:creationId xmlns:a16="http://schemas.microsoft.com/office/drawing/2014/main" id="{B20A051D-C64D-5CBF-0013-CFED0416DC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63" name="AutoShape 957">
                <a:extLst>
                  <a:ext uri="{FF2B5EF4-FFF2-40B4-BE49-F238E27FC236}">
                    <a16:creationId xmlns:a16="http://schemas.microsoft.com/office/drawing/2014/main" id="{43991750-FE3A-9865-53ED-E7093CD01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64" name="AutoShape 958">
                <a:extLst>
                  <a:ext uri="{FF2B5EF4-FFF2-40B4-BE49-F238E27FC236}">
                    <a16:creationId xmlns:a16="http://schemas.microsoft.com/office/drawing/2014/main" id="{22E0EA9A-E9FF-BB6A-957C-69631F4C7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39" name="Rectangle 959">
              <a:extLst>
                <a:ext uri="{FF2B5EF4-FFF2-40B4-BE49-F238E27FC236}">
                  <a16:creationId xmlns:a16="http://schemas.microsoft.com/office/drawing/2014/main" id="{381524FE-3EEE-CDC3-F336-8B8AF424B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40" name="Group 960">
              <a:extLst>
                <a:ext uri="{FF2B5EF4-FFF2-40B4-BE49-F238E27FC236}">
                  <a16:creationId xmlns:a16="http://schemas.microsoft.com/office/drawing/2014/main" id="{0B3540B6-DB37-BFB8-32CF-4DE8766E88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61" name="AutoShape 961">
                <a:extLst>
                  <a:ext uri="{FF2B5EF4-FFF2-40B4-BE49-F238E27FC236}">
                    <a16:creationId xmlns:a16="http://schemas.microsoft.com/office/drawing/2014/main" id="{52D19265-9D4E-3450-B4AC-127893EB9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62" name="AutoShape 962">
                <a:extLst>
                  <a:ext uri="{FF2B5EF4-FFF2-40B4-BE49-F238E27FC236}">
                    <a16:creationId xmlns:a16="http://schemas.microsoft.com/office/drawing/2014/main" id="{B7C74BB4-CAE0-006D-9ECF-B0CCB30C3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41" name="Rectangle 963">
              <a:extLst>
                <a:ext uri="{FF2B5EF4-FFF2-40B4-BE49-F238E27FC236}">
                  <a16:creationId xmlns:a16="http://schemas.microsoft.com/office/drawing/2014/main" id="{0A7B83A1-A205-2C95-D5C8-D4E934749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42" name="Rectangle 964">
              <a:extLst>
                <a:ext uri="{FF2B5EF4-FFF2-40B4-BE49-F238E27FC236}">
                  <a16:creationId xmlns:a16="http://schemas.microsoft.com/office/drawing/2014/main" id="{7087BB6D-02C6-CD3B-9134-B20CF0862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43" name="Group 965">
              <a:extLst>
                <a:ext uri="{FF2B5EF4-FFF2-40B4-BE49-F238E27FC236}">
                  <a16:creationId xmlns:a16="http://schemas.microsoft.com/office/drawing/2014/main" id="{5D6981B1-87BF-F962-EFBA-CE663378EB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59" name="AutoShape 966">
                <a:extLst>
                  <a:ext uri="{FF2B5EF4-FFF2-40B4-BE49-F238E27FC236}">
                    <a16:creationId xmlns:a16="http://schemas.microsoft.com/office/drawing/2014/main" id="{5D40E6DB-CA89-B95E-F711-92118729A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60" name="AutoShape 967">
                <a:extLst>
                  <a:ext uri="{FF2B5EF4-FFF2-40B4-BE49-F238E27FC236}">
                    <a16:creationId xmlns:a16="http://schemas.microsoft.com/office/drawing/2014/main" id="{9DA631B4-CCBA-D55C-09FD-E0C3840CB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44" name="Freeform 968">
              <a:extLst>
                <a:ext uri="{FF2B5EF4-FFF2-40B4-BE49-F238E27FC236}">
                  <a16:creationId xmlns:a16="http://schemas.microsoft.com/office/drawing/2014/main" id="{4BD95454-CA54-71C3-6232-134891C4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45" name="Group 969">
              <a:extLst>
                <a:ext uri="{FF2B5EF4-FFF2-40B4-BE49-F238E27FC236}">
                  <a16:creationId xmlns:a16="http://schemas.microsoft.com/office/drawing/2014/main" id="{02AA7D6C-200E-E8B5-4DDD-3EAA605960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57" name="AutoShape 970">
                <a:extLst>
                  <a:ext uri="{FF2B5EF4-FFF2-40B4-BE49-F238E27FC236}">
                    <a16:creationId xmlns:a16="http://schemas.microsoft.com/office/drawing/2014/main" id="{33BF15B2-2B34-A87F-225E-C86925809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58" name="AutoShape 971">
                <a:extLst>
                  <a:ext uri="{FF2B5EF4-FFF2-40B4-BE49-F238E27FC236}">
                    <a16:creationId xmlns:a16="http://schemas.microsoft.com/office/drawing/2014/main" id="{3A745CAE-845C-48C4-A6FC-560F89B34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46" name="Rectangle 972">
              <a:extLst>
                <a:ext uri="{FF2B5EF4-FFF2-40B4-BE49-F238E27FC236}">
                  <a16:creationId xmlns:a16="http://schemas.microsoft.com/office/drawing/2014/main" id="{869E9AC2-C987-79C8-2CD1-22DDAD619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47" name="Freeform 973">
              <a:extLst>
                <a:ext uri="{FF2B5EF4-FFF2-40B4-BE49-F238E27FC236}">
                  <a16:creationId xmlns:a16="http://schemas.microsoft.com/office/drawing/2014/main" id="{96ACB783-55B9-5BF3-EF08-E29FB4589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974">
              <a:extLst>
                <a:ext uri="{FF2B5EF4-FFF2-40B4-BE49-F238E27FC236}">
                  <a16:creationId xmlns:a16="http://schemas.microsoft.com/office/drawing/2014/main" id="{0D6793C3-CDEC-B65A-B506-6D734626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9" name="Oval 975">
              <a:extLst>
                <a:ext uri="{FF2B5EF4-FFF2-40B4-BE49-F238E27FC236}">
                  <a16:creationId xmlns:a16="http://schemas.microsoft.com/office/drawing/2014/main" id="{92CF0E00-2996-8DE5-42D9-22D8AEA8A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0" name="Freeform 976">
              <a:extLst>
                <a:ext uri="{FF2B5EF4-FFF2-40B4-BE49-F238E27FC236}">
                  <a16:creationId xmlns:a16="http://schemas.microsoft.com/office/drawing/2014/main" id="{AA157270-57D3-BB09-9567-7E164DB76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1" name="AutoShape 977">
              <a:extLst>
                <a:ext uri="{FF2B5EF4-FFF2-40B4-BE49-F238E27FC236}">
                  <a16:creationId xmlns:a16="http://schemas.microsoft.com/office/drawing/2014/main" id="{1A75BD9C-54F3-9853-A462-E6240987D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2" name="AutoShape 978">
              <a:extLst>
                <a:ext uri="{FF2B5EF4-FFF2-40B4-BE49-F238E27FC236}">
                  <a16:creationId xmlns:a16="http://schemas.microsoft.com/office/drawing/2014/main" id="{B9503C85-3DBD-31A9-A2E6-3B73E119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3" name="Oval 979">
              <a:extLst>
                <a:ext uri="{FF2B5EF4-FFF2-40B4-BE49-F238E27FC236}">
                  <a16:creationId xmlns:a16="http://schemas.microsoft.com/office/drawing/2014/main" id="{4FA3814B-8EBF-17C0-9C50-0F4AC69BF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4" name="Oval 980">
              <a:extLst>
                <a:ext uri="{FF2B5EF4-FFF2-40B4-BE49-F238E27FC236}">
                  <a16:creationId xmlns:a16="http://schemas.microsoft.com/office/drawing/2014/main" id="{0EC5F99E-D981-95C3-0C9C-1AF566A78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5" name="Oval 981">
              <a:extLst>
                <a:ext uri="{FF2B5EF4-FFF2-40B4-BE49-F238E27FC236}">
                  <a16:creationId xmlns:a16="http://schemas.microsoft.com/office/drawing/2014/main" id="{C80C0106-36D9-9CBD-0022-91EC4B281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6" name="Rectangle 982">
              <a:extLst>
                <a:ext uri="{FF2B5EF4-FFF2-40B4-BE49-F238E27FC236}">
                  <a16:creationId xmlns:a16="http://schemas.microsoft.com/office/drawing/2014/main" id="{8F7E3008-D36B-D80F-C3CE-4B9B95F70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65" name="Group 590">
            <a:extLst>
              <a:ext uri="{FF2B5EF4-FFF2-40B4-BE49-F238E27FC236}">
                <a16:creationId xmlns:a16="http://schemas.microsoft.com/office/drawing/2014/main" id="{FDC730BB-09D5-AF6A-DD55-3EC928FB42B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66" name="Picture 591" descr="desktop_computer_stylized_medium">
              <a:extLst>
                <a:ext uri="{FF2B5EF4-FFF2-40B4-BE49-F238E27FC236}">
                  <a16:creationId xmlns:a16="http://schemas.microsoft.com/office/drawing/2014/main" id="{681F8E95-9DDF-0B2A-219F-23DABF301B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7" name="Freeform 592">
              <a:extLst>
                <a:ext uri="{FF2B5EF4-FFF2-40B4-BE49-F238E27FC236}">
                  <a16:creationId xmlns:a16="http://schemas.microsoft.com/office/drawing/2014/main" id="{F9A7A410-0437-A468-99A4-4D4925C5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68" name="Picture 1066" descr="laptop_keyboard">
            <a:extLst>
              <a:ext uri="{FF2B5EF4-FFF2-40B4-BE49-F238E27FC236}">
                <a16:creationId xmlns:a16="http://schemas.microsoft.com/office/drawing/2014/main" id="{9ACF4265-35DA-6963-8498-191BDF97D4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9" name="Freeform 1067">
            <a:extLst>
              <a:ext uri="{FF2B5EF4-FFF2-40B4-BE49-F238E27FC236}">
                <a16:creationId xmlns:a16="http://schemas.microsoft.com/office/drawing/2014/main" id="{1866FD99-E747-873F-C37C-A28EF9E2F47B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70" name="Picture 1068" descr="screen">
            <a:extLst>
              <a:ext uri="{FF2B5EF4-FFF2-40B4-BE49-F238E27FC236}">
                <a16:creationId xmlns:a16="http://schemas.microsoft.com/office/drawing/2014/main" id="{A0F3F724-B2C1-046E-F49E-802371D7D6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1" name="Freeform 1069">
            <a:extLst>
              <a:ext uri="{FF2B5EF4-FFF2-40B4-BE49-F238E27FC236}">
                <a16:creationId xmlns:a16="http://schemas.microsoft.com/office/drawing/2014/main" id="{00E4F650-0FB1-624C-6543-12CE11E16D1C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2" name="Freeform 1070">
            <a:extLst>
              <a:ext uri="{FF2B5EF4-FFF2-40B4-BE49-F238E27FC236}">
                <a16:creationId xmlns:a16="http://schemas.microsoft.com/office/drawing/2014/main" id="{93627861-C08A-9AEB-A865-2750885F4CE5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3" name="Freeform 1071">
            <a:extLst>
              <a:ext uri="{FF2B5EF4-FFF2-40B4-BE49-F238E27FC236}">
                <a16:creationId xmlns:a16="http://schemas.microsoft.com/office/drawing/2014/main" id="{154C3AB5-82BD-F0BA-7C16-B54286F2F036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4" name="Freeform 1072">
            <a:extLst>
              <a:ext uri="{FF2B5EF4-FFF2-40B4-BE49-F238E27FC236}">
                <a16:creationId xmlns:a16="http://schemas.microsoft.com/office/drawing/2014/main" id="{D2F7B1C9-DEC6-210A-18FE-AF288456FA6C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5" name="Freeform 1073">
            <a:extLst>
              <a:ext uri="{FF2B5EF4-FFF2-40B4-BE49-F238E27FC236}">
                <a16:creationId xmlns:a16="http://schemas.microsoft.com/office/drawing/2014/main" id="{79B8FAD0-1DB3-EF19-FC3B-9BAC14FB6213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6" name="Freeform 1074">
            <a:extLst>
              <a:ext uri="{FF2B5EF4-FFF2-40B4-BE49-F238E27FC236}">
                <a16:creationId xmlns:a16="http://schemas.microsoft.com/office/drawing/2014/main" id="{9DFE57A1-E18E-4EB8-F043-09A8A2FD16B5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7" name="Group 1075">
            <a:extLst>
              <a:ext uri="{FF2B5EF4-FFF2-40B4-BE49-F238E27FC236}">
                <a16:creationId xmlns:a16="http://schemas.microsoft.com/office/drawing/2014/main" id="{C1442C4D-8198-4B1C-B352-6C4411F8E9D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78" name="Freeform 1076">
              <a:extLst>
                <a:ext uri="{FF2B5EF4-FFF2-40B4-BE49-F238E27FC236}">
                  <a16:creationId xmlns:a16="http://schemas.microsoft.com/office/drawing/2014/main" id="{9DFCE023-A87B-0EA4-4F1D-7693F3D8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9" name="Freeform 1077">
              <a:extLst>
                <a:ext uri="{FF2B5EF4-FFF2-40B4-BE49-F238E27FC236}">
                  <a16:creationId xmlns:a16="http://schemas.microsoft.com/office/drawing/2014/main" id="{9C7E3218-109C-C61E-DBA8-E2992FD0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0" name="Freeform 1078">
              <a:extLst>
                <a:ext uri="{FF2B5EF4-FFF2-40B4-BE49-F238E27FC236}">
                  <a16:creationId xmlns:a16="http://schemas.microsoft.com/office/drawing/2014/main" id="{70559CC0-A17B-A4AB-FCE9-03D22A26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1" name="Freeform 1079">
              <a:extLst>
                <a:ext uri="{FF2B5EF4-FFF2-40B4-BE49-F238E27FC236}">
                  <a16:creationId xmlns:a16="http://schemas.microsoft.com/office/drawing/2014/main" id="{4F6DFF6B-BC90-54DF-88DB-ECE5E321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2" name="Freeform 1080">
              <a:extLst>
                <a:ext uri="{FF2B5EF4-FFF2-40B4-BE49-F238E27FC236}">
                  <a16:creationId xmlns:a16="http://schemas.microsoft.com/office/drawing/2014/main" id="{7A6E01F4-0858-2216-89D1-734D7597D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3" name="Freeform 1081">
              <a:extLst>
                <a:ext uri="{FF2B5EF4-FFF2-40B4-BE49-F238E27FC236}">
                  <a16:creationId xmlns:a16="http://schemas.microsoft.com/office/drawing/2014/main" id="{4D0E75E3-45BE-7F45-E214-1EE5C3FBE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84" name="Freeform 1082">
            <a:extLst>
              <a:ext uri="{FF2B5EF4-FFF2-40B4-BE49-F238E27FC236}">
                <a16:creationId xmlns:a16="http://schemas.microsoft.com/office/drawing/2014/main" id="{5A651963-0694-41BD-2FB7-C503AC3115AA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5" name="Freeform 1083">
            <a:extLst>
              <a:ext uri="{FF2B5EF4-FFF2-40B4-BE49-F238E27FC236}">
                <a16:creationId xmlns:a16="http://schemas.microsoft.com/office/drawing/2014/main" id="{D8706400-B9DE-644B-2E12-798332081D26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6" name="Freeform 1084">
            <a:extLst>
              <a:ext uri="{FF2B5EF4-FFF2-40B4-BE49-F238E27FC236}">
                <a16:creationId xmlns:a16="http://schemas.microsoft.com/office/drawing/2014/main" id="{C3D78EB7-2C2D-E0D6-227E-8480462C187C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7" name="Freeform 1085">
            <a:extLst>
              <a:ext uri="{FF2B5EF4-FFF2-40B4-BE49-F238E27FC236}">
                <a16:creationId xmlns:a16="http://schemas.microsoft.com/office/drawing/2014/main" id="{D8AA14C5-13A1-6D3D-4E06-55AC0789FE57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8" name="Freeform 1086">
            <a:extLst>
              <a:ext uri="{FF2B5EF4-FFF2-40B4-BE49-F238E27FC236}">
                <a16:creationId xmlns:a16="http://schemas.microsoft.com/office/drawing/2014/main" id="{BDDAE97F-E2A7-23CF-4A15-837B88E67371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9" name="Freeform 1087">
            <a:extLst>
              <a:ext uri="{FF2B5EF4-FFF2-40B4-BE49-F238E27FC236}">
                <a16:creationId xmlns:a16="http://schemas.microsoft.com/office/drawing/2014/main" id="{1856FFC5-ADCD-B1FD-8F2F-83F85C12B15C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90" name="Group 590">
            <a:extLst>
              <a:ext uri="{FF2B5EF4-FFF2-40B4-BE49-F238E27FC236}">
                <a16:creationId xmlns:a16="http://schemas.microsoft.com/office/drawing/2014/main" id="{70296E2A-81FD-80F7-10EA-EA2DA4DE488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91" name="Picture 591" descr="desktop_computer_stylized_medium">
              <a:extLst>
                <a:ext uri="{FF2B5EF4-FFF2-40B4-BE49-F238E27FC236}">
                  <a16:creationId xmlns:a16="http://schemas.microsoft.com/office/drawing/2014/main" id="{D95A471B-9A05-1C59-50E3-C7D73FDBC6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2" name="Freeform 592">
              <a:extLst>
                <a:ext uri="{FF2B5EF4-FFF2-40B4-BE49-F238E27FC236}">
                  <a16:creationId xmlns:a16="http://schemas.microsoft.com/office/drawing/2014/main" id="{FB34D700-5CEB-8D3A-5F55-767E5728C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590">
            <a:extLst>
              <a:ext uri="{FF2B5EF4-FFF2-40B4-BE49-F238E27FC236}">
                <a16:creationId xmlns:a16="http://schemas.microsoft.com/office/drawing/2014/main" id="{E6A7A1B4-45A1-9DF7-D9D1-96FCCE971DA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94" name="Picture 591" descr="desktop_computer_stylized_medium">
              <a:extLst>
                <a:ext uri="{FF2B5EF4-FFF2-40B4-BE49-F238E27FC236}">
                  <a16:creationId xmlns:a16="http://schemas.microsoft.com/office/drawing/2014/main" id="{9801CA43-8E35-DDBF-E516-29D5A8C67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5" name="Freeform 592">
              <a:extLst>
                <a:ext uri="{FF2B5EF4-FFF2-40B4-BE49-F238E27FC236}">
                  <a16:creationId xmlns:a16="http://schemas.microsoft.com/office/drawing/2014/main" id="{6972044A-9B12-9541-02ED-11F0913D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96" name="Picture 1066" descr="laptop_keyboard">
            <a:extLst>
              <a:ext uri="{FF2B5EF4-FFF2-40B4-BE49-F238E27FC236}">
                <a16:creationId xmlns:a16="http://schemas.microsoft.com/office/drawing/2014/main" id="{CC6B62B7-61E9-A7E7-092A-00AD0577C4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97" name="Freeform 1067">
            <a:extLst>
              <a:ext uri="{FF2B5EF4-FFF2-40B4-BE49-F238E27FC236}">
                <a16:creationId xmlns:a16="http://schemas.microsoft.com/office/drawing/2014/main" id="{0452C98C-AEED-52E8-4A3F-E7C631664710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98" name="Picture 1068" descr="screen">
            <a:extLst>
              <a:ext uri="{FF2B5EF4-FFF2-40B4-BE49-F238E27FC236}">
                <a16:creationId xmlns:a16="http://schemas.microsoft.com/office/drawing/2014/main" id="{F41D837B-11AF-EA42-A0A8-43078B1035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99" name="Freeform 1069">
            <a:extLst>
              <a:ext uri="{FF2B5EF4-FFF2-40B4-BE49-F238E27FC236}">
                <a16:creationId xmlns:a16="http://schemas.microsoft.com/office/drawing/2014/main" id="{1046E401-548B-CBDE-8D8E-773318AB276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0" name="Freeform 1070">
            <a:extLst>
              <a:ext uri="{FF2B5EF4-FFF2-40B4-BE49-F238E27FC236}">
                <a16:creationId xmlns:a16="http://schemas.microsoft.com/office/drawing/2014/main" id="{E7333BBC-D00B-C26B-3C79-4E39B54A9F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1" name="Freeform 1071">
            <a:extLst>
              <a:ext uri="{FF2B5EF4-FFF2-40B4-BE49-F238E27FC236}">
                <a16:creationId xmlns:a16="http://schemas.microsoft.com/office/drawing/2014/main" id="{6C75AF8F-11B2-3269-1004-7FED330B6540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2" name="Freeform 1072">
            <a:extLst>
              <a:ext uri="{FF2B5EF4-FFF2-40B4-BE49-F238E27FC236}">
                <a16:creationId xmlns:a16="http://schemas.microsoft.com/office/drawing/2014/main" id="{38AEC872-6C6B-58D1-F4B5-478C4515DD52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3" name="Freeform 1073">
            <a:extLst>
              <a:ext uri="{FF2B5EF4-FFF2-40B4-BE49-F238E27FC236}">
                <a16:creationId xmlns:a16="http://schemas.microsoft.com/office/drawing/2014/main" id="{1F373BDB-62CE-0052-BA3B-A236A32DB3D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4" name="Freeform 1074">
            <a:extLst>
              <a:ext uri="{FF2B5EF4-FFF2-40B4-BE49-F238E27FC236}">
                <a16:creationId xmlns:a16="http://schemas.microsoft.com/office/drawing/2014/main" id="{ABB8B4BE-EEC7-C34D-6078-AB69630373C3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05" name="Group 1075">
            <a:extLst>
              <a:ext uri="{FF2B5EF4-FFF2-40B4-BE49-F238E27FC236}">
                <a16:creationId xmlns:a16="http://schemas.microsoft.com/office/drawing/2014/main" id="{537066A1-3F38-239E-4219-D1F28F68B914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706" name="Freeform 1076">
              <a:extLst>
                <a:ext uri="{FF2B5EF4-FFF2-40B4-BE49-F238E27FC236}">
                  <a16:creationId xmlns:a16="http://schemas.microsoft.com/office/drawing/2014/main" id="{80A300BD-B63E-E55C-C667-DDF95C79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7" name="Freeform 1077">
              <a:extLst>
                <a:ext uri="{FF2B5EF4-FFF2-40B4-BE49-F238E27FC236}">
                  <a16:creationId xmlns:a16="http://schemas.microsoft.com/office/drawing/2014/main" id="{DDB6F1FD-B5C8-4633-08A8-D160E78E1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8" name="Freeform 1078">
              <a:extLst>
                <a:ext uri="{FF2B5EF4-FFF2-40B4-BE49-F238E27FC236}">
                  <a16:creationId xmlns:a16="http://schemas.microsoft.com/office/drawing/2014/main" id="{7FC6F858-023C-2AF4-0DDE-F5273D7E0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9" name="Freeform 1079">
              <a:extLst>
                <a:ext uri="{FF2B5EF4-FFF2-40B4-BE49-F238E27FC236}">
                  <a16:creationId xmlns:a16="http://schemas.microsoft.com/office/drawing/2014/main" id="{B8309364-DFA1-E8E0-BAA7-7699B320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0" name="Freeform 1080">
              <a:extLst>
                <a:ext uri="{FF2B5EF4-FFF2-40B4-BE49-F238E27FC236}">
                  <a16:creationId xmlns:a16="http://schemas.microsoft.com/office/drawing/2014/main" id="{D7736526-CED5-4C65-CEF3-24089880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1" name="Freeform 1081">
              <a:extLst>
                <a:ext uri="{FF2B5EF4-FFF2-40B4-BE49-F238E27FC236}">
                  <a16:creationId xmlns:a16="http://schemas.microsoft.com/office/drawing/2014/main" id="{408A643A-8D3A-F1C7-82FB-C97CD1BCF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12" name="Freeform 1082">
            <a:extLst>
              <a:ext uri="{FF2B5EF4-FFF2-40B4-BE49-F238E27FC236}">
                <a16:creationId xmlns:a16="http://schemas.microsoft.com/office/drawing/2014/main" id="{8549DC7F-DE93-CAB4-32F9-F52D75466A97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3" name="Freeform 1083">
            <a:extLst>
              <a:ext uri="{FF2B5EF4-FFF2-40B4-BE49-F238E27FC236}">
                <a16:creationId xmlns:a16="http://schemas.microsoft.com/office/drawing/2014/main" id="{E32C32E1-6325-3BD0-E5E7-4D662C24C2D3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4" name="Freeform 1084">
            <a:extLst>
              <a:ext uri="{FF2B5EF4-FFF2-40B4-BE49-F238E27FC236}">
                <a16:creationId xmlns:a16="http://schemas.microsoft.com/office/drawing/2014/main" id="{9D970E7D-117F-B31B-BF67-FAB4E3A02E8F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5" name="Freeform 1085">
            <a:extLst>
              <a:ext uri="{FF2B5EF4-FFF2-40B4-BE49-F238E27FC236}">
                <a16:creationId xmlns:a16="http://schemas.microsoft.com/office/drawing/2014/main" id="{95692CA7-FC4A-9DD0-28A6-E5C8450A7D5F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6" name="Freeform 1086">
            <a:extLst>
              <a:ext uri="{FF2B5EF4-FFF2-40B4-BE49-F238E27FC236}">
                <a16:creationId xmlns:a16="http://schemas.microsoft.com/office/drawing/2014/main" id="{865C1BEC-AD16-C88F-1DF3-70E4023C4FA1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7" name="Freeform 1087">
            <a:extLst>
              <a:ext uri="{FF2B5EF4-FFF2-40B4-BE49-F238E27FC236}">
                <a16:creationId xmlns:a16="http://schemas.microsoft.com/office/drawing/2014/main" id="{52C15169-7300-4B98-D7D2-1324C6085F1C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18" name="Group 983">
            <a:extLst>
              <a:ext uri="{FF2B5EF4-FFF2-40B4-BE49-F238E27FC236}">
                <a16:creationId xmlns:a16="http://schemas.microsoft.com/office/drawing/2014/main" id="{B9531B8F-E56C-EDB1-82A7-82906B92D6F6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719" name="Freeform 984">
              <a:extLst>
                <a:ext uri="{FF2B5EF4-FFF2-40B4-BE49-F238E27FC236}">
                  <a16:creationId xmlns:a16="http://schemas.microsoft.com/office/drawing/2014/main" id="{9DE2A5C5-B3FF-FFF5-FF60-A92A63475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0" name="Rectangle 985">
              <a:extLst>
                <a:ext uri="{FF2B5EF4-FFF2-40B4-BE49-F238E27FC236}">
                  <a16:creationId xmlns:a16="http://schemas.microsoft.com/office/drawing/2014/main" id="{6BA5CECE-BAA2-1A24-2424-B409F1CFE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21" name="Freeform 986">
              <a:extLst>
                <a:ext uri="{FF2B5EF4-FFF2-40B4-BE49-F238E27FC236}">
                  <a16:creationId xmlns:a16="http://schemas.microsoft.com/office/drawing/2014/main" id="{7EB0B09E-D130-24DE-CCDD-D8BA1353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2" name="Freeform 987">
              <a:extLst>
                <a:ext uri="{FF2B5EF4-FFF2-40B4-BE49-F238E27FC236}">
                  <a16:creationId xmlns:a16="http://schemas.microsoft.com/office/drawing/2014/main" id="{986F5969-DCDA-1BF9-48A1-135E7B89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3" name="Rectangle 988">
              <a:extLst>
                <a:ext uri="{FF2B5EF4-FFF2-40B4-BE49-F238E27FC236}">
                  <a16:creationId xmlns:a16="http://schemas.microsoft.com/office/drawing/2014/main" id="{84BD8BAD-19EC-76B6-1EB3-8CEB8286C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724" name="Group 989">
              <a:extLst>
                <a:ext uri="{FF2B5EF4-FFF2-40B4-BE49-F238E27FC236}">
                  <a16:creationId xmlns:a16="http://schemas.microsoft.com/office/drawing/2014/main" id="{DA852CAD-247B-B3DB-4241-25EE292A18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9" name="AutoShape 990">
                <a:extLst>
                  <a:ext uri="{FF2B5EF4-FFF2-40B4-BE49-F238E27FC236}">
                    <a16:creationId xmlns:a16="http://schemas.microsoft.com/office/drawing/2014/main" id="{DEB0BCE8-7B75-9626-63AD-C0A289117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750" name="AutoShape 991">
                <a:extLst>
                  <a:ext uri="{FF2B5EF4-FFF2-40B4-BE49-F238E27FC236}">
                    <a16:creationId xmlns:a16="http://schemas.microsoft.com/office/drawing/2014/main" id="{C494B077-603E-C4AA-9094-C93E2D379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25" name="Rectangle 992">
              <a:extLst>
                <a:ext uri="{FF2B5EF4-FFF2-40B4-BE49-F238E27FC236}">
                  <a16:creationId xmlns:a16="http://schemas.microsoft.com/office/drawing/2014/main" id="{5A67B3B9-747F-EB99-D8C3-22526BD9D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726" name="Group 993">
              <a:extLst>
                <a:ext uri="{FF2B5EF4-FFF2-40B4-BE49-F238E27FC236}">
                  <a16:creationId xmlns:a16="http://schemas.microsoft.com/office/drawing/2014/main" id="{DFCFE7EF-289E-9DF0-B71F-531EE97EED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47" name="AutoShape 994">
                <a:extLst>
                  <a:ext uri="{FF2B5EF4-FFF2-40B4-BE49-F238E27FC236}">
                    <a16:creationId xmlns:a16="http://schemas.microsoft.com/office/drawing/2014/main" id="{5A9D0CE4-BDAE-625E-6C4D-50366C03A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748" name="AutoShape 995">
                <a:extLst>
                  <a:ext uri="{FF2B5EF4-FFF2-40B4-BE49-F238E27FC236}">
                    <a16:creationId xmlns:a16="http://schemas.microsoft.com/office/drawing/2014/main" id="{9B2129EE-72A2-0BC1-BCA8-9948258E0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27" name="Rectangle 996">
              <a:extLst>
                <a:ext uri="{FF2B5EF4-FFF2-40B4-BE49-F238E27FC236}">
                  <a16:creationId xmlns:a16="http://schemas.microsoft.com/office/drawing/2014/main" id="{18F0E2B4-24C2-0DFC-E56C-F2B7855C2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28" name="Rectangle 997">
              <a:extLst>
                <a:ext uri="{FF2B5EF4-FFF2-40B4-BE49-F238E27FC236}">
                  <a16:creationId xmlns:a16="http://schemas.microsoft.com/office/drawing/2014/main" id="{F785361B-C666-0243-E359-97604DE9C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729" name="Group 998">
              <a:extLst>
                <a:ext uri="{FF2B5EF4-FFF2-40B4-BE49-F238E27FC236}">
                  <a16:creationId xmlns:a16="http://schemas.microsoft.com/office/drawing/2014/main" id="{03D5AA00-B21E-D048-FFB7-C7E18FB4F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45" name="AutoShape 999">
                <a:extLst>
                  <a:ext uri="{FF2B5EF4-FFF2-40B4-BE49-F238E27FC236}">
                    <a16:creationId xmlns:a16="http://schemas.microsoft.com/office/drawing/2014/main" id="{23F2AEF3-BB68-C016-AB77-A2FC8A231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746" name="AutoShape 1000">
                <a:extLst>
                  <a:ext uri="{FF2B5EF4-FFF2-40B4-BE49-F238E27FC236}">
                    <a16:creationId xmlns:a16="http://schemas.microsoft.com/office/drawing/2014/main" id="{CF4ED9C8-44A1-A355-08B3-879E7E5F0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30" name="Freeform 1001">
              <a:extLst>
                <a:ext uri="{FF2B5EF4-FFF2-40B4-BE49-F238E27FC236}">
                  <a16:creationId xmlns:a16="http://schemas.microsoft.com/office/drawing/2014/main" id="{E91010E5-8B06-1E08-F6B7-BC40C30ED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1" name="Group 1002">
              <a:extLst>
                <a:ext uri="{FF2B5EF4-FFF2-40B4-BE49-F238E27FC236}">
                  <a16:creationId xmlns:a16="http://schemas.microsoft.com/office/drawing/2014/main" id="{AD3E1D31-921E-377D-3B9F-30A2758381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43" name="AutoShape 1003">
                <a:extLst>
                  <a:ext uri="{FF2B5EF4-FFF2-40B4-BE49-F238E27FC236}">
                    <a16:creationId xmlns:a16="http://schemas.microsoft.com/office/drawing/2014/main" id="{6308034E-FDB4-C17C-F2CB-22E46F3D3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744" name="AutoShape 1004">
                <a:extLst>
                  <a:ext uri="{FF2B5EF4-FFF2-40B4-BE49-F238E27FC236}">
                    <a16:creationId xmlns:a16="http://schemas.microsoft.com/office/drawing/2014/main" id="{B5A9DAF5-3300-B7E2-9278-F4A294656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32" name="Rectangle 1005">
              <a:extLst>
                <a:ext uri="{FF2B5EF4-FFF2-40B4-BE49-F238E27FC236}">
                  <a16:creationId xmlns:a16="http://schemas.microsoft.com/office/drawing/2014/main" id="{316ECF72-9731-26E8-51F2-996110046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33" name="Freeform 1006">
              <a:extLst>
                <a:ext uri="{FF2B5EF4-FFF2-40B4-BE49-F238E27FC236}">
                  <a16:creationId xmlns:a16="http://schemas.microsoft.com/office/drawing/2014/main" id="{8E9B3E1E-B8A1-F51C-1148-B749A3EC7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4" name="Freeform 1007">
              <a:extLst>
                <a:ext uri="{FF2B5EF4-FFF2-40B4-BE49-F238E27FC236}">
                  <a16:creationId xmlns:a16="http://schemas.microsoft.com/office/drawing/2014/main" id="{00B1C60F-A3C6-207F-F642-6018282FA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5" name="Oval 1008">
              <a:extLst>
                <a:ext uri="{FF2B5EF4-FFF2-40B4-BE49-F238E27FC236}">
                  <a16:creationId xmlns:a16="http://schemas.microsoft.com/office/drawing/2014/main" id="{DE7914AA-5FE2-5B4C-8EC8-5555D0702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36" name="Freeform 1009">
              <a:extLst>
                <a:ext uri="{FF2B5EF4-FFF2-40B4-BE49-F238E27FC236}">
                  <a16:creationId xmlns:a16="http://schemas.microsoft.com/office/drawing/2014/main" id="{43D6F06D-A332-39AF-9CAE-BCAF4F325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7" name="AutoShape 1010">
              <a:extLst>
                <a:ext uri="{FF2B5EF4-FFF2-40B4-BE49-F238E27FC236}">
                  <a16:creationId xmlns:a16="http://schemas.microsoft.com/office/drawing/2014/main" id="{3C5102BE-6ED2-EABF-EFA9-9FEB574DF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38" name="AutoShape 1011">
              <a:extLst>
                <a:ext uri="{FF2B5EF4-FFF2-40B4-BE49-F238E27FC236}">
                  <a16:creationId xmlns:a16="http://schemas.microsoft.com/office/drawing/2014/main" id="{044E110C-0BE7-67D1-F3EE-196126DDC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39" name="Oval 1012">
              <a:extLst>
                <a:ext uri="{FF2B5EF4-FFF2-40B4-BE49-F238E27FC236}">
                  <a16:creationId xmlns:a16="http://schemas.microsoft.com/office/drawing/2014/main" id="{862350CD-F365-F525-69D8-7A1D912C5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40" name="Oval 1013">
              <a:extLst>
                <a:ext uri="{FF2B5EF4-FFF2-40B4-BE49-F238E27FC236}">
                  <a16:creationId xmlns:a16="http://schemas.microsoft.com/office/drawing/2014/main" id="{C4355386-B0D0-857D-5C76-4F97C3D45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41" name="Oval 1014">
              <a:extLst>
                <a:ext uri="{FF2B5EF4-FFF2-40B4-BE49-F238E27FC236}">
                  <a16:creationId xmlns:a16="http://schemas.microsoft.com/office/drawing/2014/main" id="{2A240084-552D-D938-C247-4CFA7D857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42" name="Rectangle 1015">
              <a:extLst>
                <a:ext uri="{FF2B5EF4-FFF2-40B4-BE49-F238E27FC236}">
                  <a16:creationId xmlns:a16="http://schemas.microsoft.com/office/drawing/2014/main" id="{0FAC9AF7-4A93-4E12-DD62-B9C9B880D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751" name="Group 590">
            <a:extLst>
              <a:ext uri="{FF2B5EF4-FFF2-40B4-BE49-F238E27FC236}">
                <a16:creationId xmlns:a16="http://schemas.microsoft.com/office/drawing/2014/main" id="{D40DDCB6-9475-3FAA-503C-A246716E2CD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752" name="Picture 591" descr="desktop_computer_stylized_medium">
              <a:extLst>
                <a:ext uri="{FF2B5EF4-FFF2-40B4-BE49-F238E27FC236}">
                  <a16:creationId xmlns:a16="http://schemas.microsoft.com/office/drawing/2014/main" id="{24C6366F-D3AC-FE79-F762-2C26688543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3" name="Freeform 592">
              <a:extLst>
                <a:ext uri="{FF2B5EF4-FFF2-40B4-BE49-F238E27FC236}">
                  <a16:creationId xmlns:a16="http://schemas.microsoft.com/office/drawing/2014/main" id="{4F1C3680-7623-9B25-2C56-22E7BFC65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54" name="Rectangle 753">
            <a:extLst>
              <a:ext uri="{FF2B5EF4-FFF2-40B4-BE49-F238E27FC236}">
                <a16:creationId xmlns:a16="http://schemas.microsoft.com/office/drawing/2014/main" id="{18C606C3-B3A1-A402-6342-16C1851CD794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F6A86DD1-381D-25CA-99F8-4D08924CD720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756" name="Group 755">
              <a:extLst>
                <a:ext uri="{FF2B5EF4-FFF2-40B4-BE49-F238E27FC236}">
                  <a16:creationId xmlns:a16="http://schemas.microsoft.com/office/drawing/2014/main" id="{F6F4F065-37EA-34FD-5A46-3238FC16A302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861" name="Picture 799" descr="cell_tower_radiation copy">
                <a:extLst>
                  <a:ext uri="{FF2B5EF4-FFF2-40B4-BE49-F238E27FC236}">
                    <a16:creationId xmlns:a16="http://schemas.microsoft.com/office/drawing/2014/main" id="{37934C24-B501-AE95-7BEF-4E5B556FA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62" name="Line 426">
                <a:extLst>
                  <a:ext uri="{FF2B5EF4-FFF2-40B4-BE49-F238E27FC236}">
                    <a16:creationId xmlns:a16="http://schemas.microsoft.com/office/drawing/2014/main" id="{B9F2BCCA-94C1-D27B-677E-88A35F87BD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63" name="Group 783">
                <a:extLst>
                  <a:ext uri="{FF2B5EF4-FFF2-40B4-BE49-F238E27FC236}">
                    <a16:creationId xmlns:a16="http://schemas.microsoft.com/office/drawing/2014/main" id="{26F75E55-BEC5-F20C-A73E-7A71BD53D0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876" name="Line 270">
                  <a:extLst>
                    <a:ext uri="{FF2B5EF4-FFF2-40B4-BE49-F238E27FC236}">
                      <a16:creationId xmlns:a16="http://schemas.microsoft.com/office/drawing/2014/main" id="{4431DA94-C1D0-5B60-61F6-702846E95A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7" name="Line 271">
                  <a:extLst>
                    <a:ext uri="{FF2B5EF4-FFF2-40B4-BE49-F238E27FC236}">
                      <a16:creationId xmlns:a16="http://schemas.microsoft.com/office/drawing/2014/main" id="{97781281-D5BC-0609-8AF6-5AC6675182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8" name="Line 272">
                  <a:extLst>
                    <a:ext uri="{FF2B5EF4-FFF2-40B4-BE49-F238E27FC236}">
                      <a16:creationId xmlns:a16="http://schemas.microsoft.com/office/drawing/2014/main" id="{EECFBB85-D7B5-0FB3-8255-9FBC6614AD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9" name="Line 273">
                  <a:extLst>
                    <a:ext uri="{FF2B5EF4-FFF2-40B4-BE49-F238E27FC236}">
                      <a16:creationId xmlns:a16="http://schemas.microsoft.com/office/drawing/2014/main" id="{7B697C09-5852-2C6E-E583-7D6B8A6D79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0" name="Line 274">
                  <a:extLst>
                    <a:ext uri="{FF2B5EF4-FFF2-40B4-BE49-F238E27FC236}">
                      <a16:creationId xmlns:a16="http://schemas.microsoft.com/office/drawing/2014/main" id="{F5467309-36D1-9A4D-AD73-6CBCDC742F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1" name="Line 275">
                  <a:extLst>
                    <a:ext uri="{FF2B5EF4-FFF2-40B4-BE49-F238E27FC236}">
                      <a16:creationId xmlns:a16="http://schemas.microsoft.com/office/drawing/2014/main" id="{D0AB0033-2D93-3107-EA4A-03FABA93D1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2" name="Line 276">
                  <a:extLst>
                    <a:ext uri="{FF2B5EF4-FFF2-40B4-BE49-F238E27FC236}">
                      <a16:creationId xmlns:a16="http://schemas.microsoft.com/office/drawing/2014/main" id="{A9461029-A9DB-5F61-74C6-4911D48119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3" name="Line 277">
                  <a:extLst>
                    <a:ext uri="{FF2B5EF4-FFF2-40B4-BE49-F238E27FC236}">
                      <a16:creationId xmlns:a16="http://schemas.microsoft.com/office/drawing/2014/main" id="{F59D779B-E9B1-0778-D70C-DE25C087A4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4" name="Line 278">
                  <a:extLst>
                    <a:ext uri="{FF2B5EF4-FFF2-40B4-BE49-F238E27FC236}">
                      <a16:creationId xmlns:a16="http://schemas.microsoft.com/office/drawing/2014/main" id="{D1846EAA-BF24-4FB3-9695-B0774944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5" name="Line 279">
                  <a:extLst>
                    <a:ext uri="{FF2B5EF4-FFF2-40B4-BE49-F238E27FC236}">
                      <a16:creationId xmlns:a16="http://schemas.microsoft.com/office/drawing/2014/main" id="{96937BB0-8A2B-7408-1720-2838ECAA6B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6" name="Line 280">
                  <a:extLst>
                    <a:ext uri="{FF2B5EF4-FFF2-40B4-BE49-F238E27FC236}">
                      <a16:creationId xmlns:a16="http://schemas.microsoft.com/office/drawing/2014/main" id="{16B463B9-61E8-FD65-790B-9F553C7691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7" name="Line 281">
                  <a:extLst>
                    <a:ext uri="{FF2B5EF4-FFF2-40B4-BE49-F238E27FC236}">
                      <a16:creationId xmlns:a16="http://schemas.microsoft.com/office/drawing/2014/main" id="{A779D782-49BD-4431-D504-77B2B75F12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8" name="Line 282">
                  <a:extLst>
                    <a:ext uri="{FF2B5EF4-FFF2-40B4-BE49-F238E27FC236}">
                      <a16:creationId xmlns:a16="http://schemas.microsoft.com/office/drawing/2014/main" id="{0A4A20A4-5EB0-5965-304B-D4B896AD20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9" name="Line 283">
                  <a:extLst>
                    <a:ext uri="{FF2B5EF4-FFF2-40B4-BE49-F238E27FC236}">
                      <a16:creationId xmlns:a16="http://schemas.microsoft.com/office/drawing/2014/main" id="{435DFDFD-E107-C2CA-499F-514B9BB552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0" name="Line 284">
                  <a:extLst>
                    <a:ext uri="{FF2B5EF4-FFF2-40B4-BE49-F238E27FC236}">
                      <a16:creationId xmlns:a16="http://schemas.microsoft.com/office/drawing/2014/main" id="{9E49F239-D66D-ABCE-7C0F-1E8E7EAAC9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64" name="Group 863">
                <a:extLst>
                  <a:ext uri="{FF2B5EF4-FFF2-40B4-BE49-F238E27FC236}">
                    <a16:creationId xmlns:a16="http://schemas.microsoft.com/office/drawing/2014/main" id="{18309D4B-C88A-33C6-A390-8AB55275E7CD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869" name="Freeform 868">
                  <a:extLst>
                    <a:ext uri="{FF2B5EF4-FFF2-40B4-BE49-F238E27FC236}">
                      <a16:creationId xmlns:a16="http://schemas.microsoft.com/office/drawing/2014/main" id="{7F2DDFBF-7BD2-BC76-FD66-8D0CFC27B24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70" name="Oval 869">
                  <a:extLst>
                    <a:ext uri="{FF2B5EF4-FFF2-40B4-BE49-F238E27FC236}">
                      <a16:creationId xmlns:a16="http://schemas.microsoft.com/office/drawing/2014/main" id="{3880DB42-CCE9-DF1E-A76F-25FF2B94B61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039B4F4E-E14E-4FF6-9EAD-B1C95A72FA59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872" name="Freeform 871">
                    <a:extLst>
                      <a:ext uri="{FF2B5EF4-FFF2-40B4-BE49-F238E27FC236}">
                        <a16:creationId xmlns:a16="http://schemas.microsoft.com/office/drawing/2014/main" id="{FE4238CF-C1B0-C0E8-EA73-C39C364715C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3" name="Freeform 872">
                    <a:extLst>
                      <a:ext uri="{FF2B5EF4-FFF2-40B4-BE49-F238E27FC236}">
                        <a16:creationId xmlns:a16="http://schemas.microsoft.com/office/drawing/2014/main" id="{4BA8E8CE-277B-23D1-3657-B03BDE56AB3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4" name="Freeform 873">
                    <a:extLst>
                      <a:ext uri="{FF2B5EF4-FFF2-40B4-BE49-F238E27FC236}">
                        <a16:creationId xmlns:a16="http://schemas.microsoft.com/office/drawing/2014/main" id="{9A36E6FE-55A8-5BCF-A9C7-0566F135E90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5" name="Freeform 874">
                    <a:extLst>
                      <a:ext uri="{FF2B5EF4-FFF2-40B4-BE49-F238E27FC236}">
                        <a16:creationId xmlns:a16="http://schemas.microsoft.com/office/drawing/2014/main" id="{FFAD6336-5350-EA10-49E5-FF28D0E20FD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865" name="Picture 654" descr="antenna_radiation_stylized">
                <a:extLst>
                  <a:ext uri="{FF2B5EF4-FFF2-40B4-BE49-F238E27FC236}">
                    <a16:creationId xmlns:a16="http://schemas.microsoft.com/office/drawing/2014/main" id="{83203EE9-6737-1C68-F20F-308226240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6" name="Picture 1017" descr="antenna_stylized">
                <a:extLst>
                  <a:ext uri="{FF2B5EF4-FFF2-40B4-BE49-F238E27FC236}">
                    <a16:creationId xmlns:a16="http://schemas.microsoft.com/office/drawing/2014/main" id="{7452402A-9524-F840-8D79-D433C67FC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7" name="Picture 1017" descr="antenna_stylized">
                <a:extLst>
                  <a:ext uri="{FF2B5EF4-FFF2-40B4-BE49-F238E27FC236}">
                    <a16:creationId xmlns:a16="http://schemas.microsoft.com/office/drawing/2014/main" id="{59DC8817-4A4F-7A6D-5BD6-4B5D4193D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68" name="Picture 1017" descr="antenna_stylized">
                <a:extLst>
                  <a:ext uri="{FF2B5EF4-FFF2-40B4-BE49-F238E27FC236}">
                    <a16:creationId xmlns:a16="http://schemas.microsoft.com/office/drawing/2014/main" id="{1E400B0C-485A-DFBD-6FDF-5A51C42E7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57" name="Group 756">
              <a:extLst>
                <a:ext uri="{FF2B5EF4-FFF2-40B4-BE49-F238E27FC236}">
                  <a16:creationId xmlns:a16="http://schemas.microsoft.com/office/drawing/2014/main" id="{9820EB84-C550-3EF4-237B-0B292E898DE7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846" name="Picture 777" descr="access_point_stylized_small">
                <a:extLst>
                  <a:ext uri="{FF2B5EF4-FFF2-40B4-BE49-F238E27FC236}">
                    <a16:creationId xmlns:a16="http://schemas.microsoft.com/office/drawing/2014/main" id="{1AE08FF6-A6AB-4837-BF41-AEB9BFA89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847" name="Group 846">
                <a:extLst>
                  <a:ext uri="{FF2B5EF4-FFF2-40B4-BE49-F238E27FC236}">
                    <a16:creationId xmlns:a16="http://schemas.microsoft.com/office/drawing/2014/main" id="{D3009C75-BDFA-A43B-D733-AB24CC0015F5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848" name="Line 443">
                  <a:extLst>
                    <a:ext uri="{FF2B5EF4-FFF2-40B4-BE49-F238E27FC236}">
                      <a16:creationId xmlns:a16="http://schemas.microsoft.com/office/drawing/2014/main" id="{A6C7BA71-71CD-133B-A57B-C3E3B06633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9" name="Line 449">
                  <a:extLst>
                    <a:ext uri="{FF2B5EF4-FFF2-40B4-BE49-F238E27FC236}">
                      <a16:creationId xmlns:a16="http://schemas.microsoft.com/office/drawing/2014/main" id="{5ABA9913-206F-BB56-52F3-CFDADCF296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850" name="Picture 778" descr="antenna_radiation_stylized">
                  <a:extLst>
                    <a:ext uri="{FF2B5EF4-FFF2-40B4-BE49-F238E27FC236}">
                      <a16:creationId xmlns:a16="http://schemas.microsoft.com/office/drawing/2014/main" id="{7B942BF1-9AAE-8922-A595-B568F84162A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A0A3C100-ECA7-14FF-6005-6705C4C3FEB3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854" name="Freeform 853">
                    <a:extLst>
                      <a:ext uri="{FF2B5EF4-FFF2-40B4-BE49-F238E27FC236}">
                        <a16:creationId xmlns:a16="http://schemas.microsoft.com/office/drawing/2014/main" id="{9FC5A07E-7D80-E323-591B-814FF6413B30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55" name="Oval 854">
                    <a:extLst>
                      <a:ext uri="{FF2B5EF4-FFF2-40B4-BE49-F238E27FC236}">
                        <a16:creationId xmlns:a16="http://schemas.microsoft.com/office/drawing/2014/main" id="{FF56D7E2-9BB9-39AC-1DD1-7B708B704C02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856" name="Group 855">
                    <a:extLst>
                      <a:ext uri="{FF2B5EF4-FFF2-40B4-BE49-F238E27FC236}">
                        <a16:creationId xmlns:a16="http://schemas.microsoft.com/office/drawing/2014/main" id="{0238F157-48C4-4D70-0122-A7555CFACCBC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857" name="Freeform 856">
                      <a:extLst>
                        <a:ext uri="{FF2B5EF4-FFF2-40B4-BE49-F238E27FC236}">
                          <a16:creationId xmlns:a16="http://schemas.microsoft.com/office/drawing/2014/main" id="{710AFB4B-275C-F897-8479-7C2D54AA4A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58" name="Freeform 857">
                      <a:extLst>
                        <a:ext uri="{FF2B5EF4-FFF2-40B4-BE49-F238E27FC236}">
                          <a16:creationId xmlns:a16="http://schemas.microsoft.com/office/drawing/2014/main" id="{AC64E24A-0445-EF3E-698C-8A9CC4EE27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59" name="Freeform 858">
                      <a:extLst>
                        <a:ext uri="{FF2B5EF4-FFF2-40B4-BE49-F238E27FC236}">
                          <a16:creationId xmlns:a16="http://schemas.microsoft.com/office/drawing/2014/main" id="{CEB5F526-9C8E-4C53-C874-8C74CC062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60" name="Freeform 859">
                      <a:extLst>
                        <a:ext uri="{FF2B5EF4-FFF2-40B4-BE49-F238E27FC236}">
                          <a16:creationId xmlns:a16="http://schemas.microsoft.com/office/drawing/2014/main" id="{B9366157-5BE8-A310-AFCF-E2482F8D70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852" name="Picture 1115" descr="antenna_stylized">
                  <a:extLst>
                    <a:ext uri="{FF2B5EF4-FFF2-40B4-BE49-F238E27FC236}">
                      <a16:creationId xmlns:a16="http://schemas.microsoft.com/office/drawing/2014/main" id="{00A8C16D-00C9-BF51-720C-07D7C74558A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53" name="Picture 1115" descr="antenna_stylized">
                  <a:extLst>
                    <a:ext uri="{FF2B5EF4-FFF2-40B4-BE49-F238E27FC236}">
                      <a16:creationId xmlns:a16="http://schemas.microsoft.com/office/drawing/2014/main" id="{E38E9195-A72F-6D13-33CD-AC291EF4961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58" name="Group 757">
              <a:extLst>
                <a:ext uri="{FF2B5EF4-FFF2-40B4-BE49-F238E27FC236}">
                  <a16:creationId xmlns:a16="http://schemas.microsoft.com/office/drawing/2014/main" id="{9D825761-3B68-7C86-F791-0C542E69CBC2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832" name="Group 831">
                <a:extLst>
                  <a:ext uri="{FF2B5EF4-FFF2-40B4-BE49-F238E27FC236}">
                    <a16:creationId xmlns:a16="http://schemas.microsoft.com/office/drawing/2014/main" id="{5F685576-3C68-8E23-8B31-CE9AD25C8BC2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839" name="Freeform 838">
                  <a:extLst>
                    <a:ext uri="{FF2B5EF4-FFF2-40B4-BE49-F238E27FC236}">
                      <a16:creationId xmlns:a16="http://schemas.microsoft.com/office/drawing/2014/main" id="{1968A027-848E-8F11-F6BB-1353D3F7CC7F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40" name="Oval 839">
                  <a:extLst>
                    <a:ext uri="{FF2B5EF4-FFF2-40B4-BE49-F238E27FC236}">
                      <a16:creationId xmlns:a16="http://schemas.microsoft.com/office/drawing/2014/main" id="{E207D811-B47E-34DC-2F56-56C12A5D72D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841" name="Group 840">
                  <a:extLst>
                    <a:ext uri="{FF2B5EF4-FFF2-40B4-BE49-F238E27FC236}">
                      <a16:creationId xmlns:a16="http://schemas.microsoft.com/office/drawing/2014/main" id="{B52FD432-084F-3F15-17F4-79FA9EBAC383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842" name="Freeform 841">
                    <a:extLst>
                      <a:ext uri="{FF2B5EF4-FFF2-40B4-BE49-F238E27FC236}">
                        <a16:creationId xmlns:a16="http://schemas.microsoft.com/office/drawing/2014/main" id="{C006E28C-AD61-9EFD-72F9-E3D9E0936485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3" name="Freeform 842">
                    <a:extLst>
                      <a:ext uri="{FF2B5EF4-FFF2-40B4-BE49-F238E27FC236}">
                        <a16:creationId xmlns:a16="http://schemas.microsoft.com/office/drawing/2014/main" id="{8BAD46E1-475E-97ED-10A6-8220EA9E209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4" name="Freeform 843">
                    <a:extLst>
                      <a:ext uri="{FF2B5EF4-FFF2-40B4-BE49-F238E27FC236}">
                        <a16:creationId xmlns:a16="http://schemas.microsoft.com/office/drawing/2014/main" id="{58076846-8409-C206-56DF-C4AC87FFC1B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5" name="Freeform 844">
                    <a:extLst>
                      <a:ext uri="{FF2B5EF4-FFF2-40B4-BE49-F238E27FC236}">
                        <a16:creationId xmlns:a16="http://schemas.microsoft.com/office/drawing/2014/main" id="{0AF39AE6-E429-9D1B-1582-5BDDFD322E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833" name="Group 832">
                <a:extLst>
                  <a:ext uri="{FF2B5EF4-FFF2-40B4-BE49-F238E27FC236}">
                    <a16:creationId xmlns:a16="http://schemas.microsoft.com/office/drawing/2014/main" id="{E02C85AA-0D1E-B0C7-FA54-173FD277C34E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834" name="Straight Connector 833">
                  <a:extLst>
                    <a:ext uri="{FF2B5EF4-FFF2-40B4-BE49-F238E27FC236}">
                      <a16:creationId xmlns:a16="http://schemas.microsoft.com/office/drawing/2014/main" id="{053C5CCF-656E-8CC0-BF3F-FE2072EFB637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35" name="Group 834">
                  <a:extLst>
                    <a:ext uri="{FF2B5EF4-FFF2-40B4-BE49-F238E27FC236}">
                      <a16:creationId xmlns:a16="http://schemas.microsoft.com/office/drawing/2014/main" id="{A37BFF2B-A802-732B-4323-10DB2C6C35B7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836" name="Picture 835" descr="server_rack.png">
                    <a:extLst>
                      <a:ext uri="{FF2B5EF4-FFF2-40B4-BE49-F238E27FC236}">
                        <a16:creationId xmlns:a16="http://schemas.microsoft.com/office/drawing/2014/main" id="{8045B6AA-42FA-9EBF-8E68-52E95DCE4A9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837" name="Picture 836" descr="server_rack.png">
                    <a:extLst>
                      <a:ext uri="{FF2B5EF4-FFF2-40B4-BE49-F238E27FC236}">
                        <a16:creationId xmlns:a16="http://schemas.microsoft.com/office/drawing/2014/main" id="{BD6E9077-5309-B77A-53B4-4B8B2337401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838" name="Picture 837" descr="server_rack.png">
                    <a:extLst>
                      <a:ext uri="{FF2B5EF4-FFF2-40B4-BE49-F238E27FC236}">
                        <a16:creationId xmlns:a16="http://schemas.microsoft.com/office/drawing/2014/main" id="{65DFE824-471B-8DEE-9841-1590E6D7173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59" name="Group 758">
              <a:extLst>
                <a:ext uri="{FF2B5EF4-FFF2-40B4-BE49-F238E27FC236}">
                  <a16:creationId xmlns:a16="http://schemas.microsoft.com/office/drawing/2014/main" id="{F17D1ECF-62C7-5382-44D9-CA04B6E4F88D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775" name="Line 428">
                <a:extLst>
                  <a:ext uri="{FF2B5EF4-FFF2-40B4-BE49-F238E27FC236}">
                    <a16:creationId xmlns:a16="http://schemas.microsoft.com/office/drawing/2014/main" id="{3C29C5D3-8FBD-DC32-8E2C-71FE99052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6" name="Line 435">
                <a:extLst>
                  <a:ext uri="{FF2B5EF4-FFF2-40B4-BE49-F238E27FC236}">
                    <a16:creationId xmlns:a16="http://schemas.microsoft.com/office/drawing/2014/main" id="{6076B178-0ED5-B73D-D2E1-748A661EB2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7" name="Line 440">
                <a:extLst>
                  <a:ext uri="{FF2B5EF4-FFF2-40B4-BE49-F238E27FC236}">
                    <a16:creationId xmlns:a16="http://schemas.microsoft.com/office/drawing/2014/main" id="{41687A44-CD28-EF57-3F12-8D3B1533C1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626BC547-425E-F452-5CA2-BAE77FDDA52F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779" name="Line 430">
                  <a:extLst>
                    <a:ext uri="{FF2B5EF4-FFF2-40B4-BE49-F238E27FC236}">
                      <a16:creationId xmlns:a16="http://schemas.microsoft.com/office/drawing/2014/main" id="{6C0A49D0-DE64-BB18-2AC6-0DA1E48EDB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Line 431">
                  <a:extLst>
                    <a:ext uri="{FF2B5EF4-FFF2-40B4-BE49-F238E27FC236}">
                      <a16:creationId xmlns:a16="http://schemas.microsoft.com/office/drawing/2014/main" id="{7175ADB2-9A3D-BE30-9402-0EEEDD5C47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Line 432">
                  <a:extLst>
                    <a:ext uri="{FF2B5EF4-FFF2-40B4-BE49-F238E27FC236}">
                      <a16:creationId xmlns:a16="http://schemas.microsoft.com/office/drawing/2014/main" id="{0BBA4335-BC66-D3DB-7429-4630683B99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Line 433">
                  <a:extLst>
                    <a:ext uri="{FF2B5EF4-FFF2-40B4-BE49-F238E27FC236}">
                      <a16:creationId xmlns:a16="http://schemas.microsoft.com/office/drawing/2014/main" id="{D4D418CA-92F1-BF6B-13F6-6A63EF7F99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3" name="Line 436">
                  <a:extLst>
                    <a:ext uri="{FF2B5EF4-FFF2-40B4-BE49-F238E27FC236}">
                      <a16:creationId xmlns:a16="http://schemas.microsoft.com/office/drawing/2014/main" id="{0C797B76-A865-BC89-7C6B-305E5E0091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4" name="Line 439">
                  <a:extLst>
                    <a:ext uri="{FF2B5EF4-FFF2-40B4-BE49-F238E27FC236}">
                      <a16:creationId xmlns:a16="http://schemas.microsoft.com/office/drawing/2014/main" id="{FB817354-0345-602C-418B-56BCF5F326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5" name="Line 440">
                  <a:extLst>
                    <a:ext uri="{FF2B5EF4-FFF2-40B4-BE49-F238E27FC236}">
                      <a16:creationId xmlns:a16="http://schemas.microsoft.com/office/drawing/2014/main" id="{E9869261-15A2-3D20-D818-37809E94EA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6" name="Line 441">
                  <a:extLst>
                    <a:ext uri="{FF2B5EF4-FFF2-40B4-BE49-F238E27FC236}">
                      <a16:creationId xmlns:a16="http://schemas.microsoft.com/office/drawing/2014/main" id="{D4D3E888-8B7D-34A0-8A9A-6AEBD3B9A1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7" name="Line 428">
                  <a:extLst>
                    <a:ext uri="{FF2B5EF4-FFF2-40B4-BE49-F238E27FC236}">
                      <a16:creationId xmlns:a16="http://schemas.microsoft.com/office/drawing/2014/main" id="{D683BB23-202A-99B3-7809-5BBA8BA5BE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88" name="Picture 781" descr="antenna_radiation_stylized">
                  <a:extLst>
                    <a:ext uri="{FF2B5EF4-FFF2-40B4-BE49-F238E27FC236}">
                      <a16:creationId xmlns:a16="http://schemas.microsoft.com/office/drawing/2014/main" id="{8BCD0343-2B82-9022-6FE0-C83410F4AA3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89" name="Picture 780" descr="access_point_stylized_small">
                  <a:extLst>
                    <a:ext uri="{FF2B5EF4-FFF2-40B4-BE49-F238E27FC236}">
                      <a16:creationId xmlns:a16="http://schemas.microsoft.com/office/drawing/2014/main" id="{625FDA38-1BBA-5DB9-006F-00E9C4904C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790" name="Group 789">
                  <a:extLst>
                    <a:ext uri="{FF2B5EF4-FFF2-40B4-BE49-F238E27FC236}">
                      <a16:creationId xmlns:a16="http://schemas.microsoft.com/office/drawing/2014/main" id="{991A1C9F-6B38-B454-097A-EC79889C5BA0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825" name="Freeform 824">
                    <a:extLst>
                      <a:ext uri="{FF2B5EF4-FFF2-40B4-BE49-F238E27FC236}">
                        <a16:creationId xmlns:a16="http://schemas.microsoft.com/office/drawing/2014/main" id="{AA82B55D-3773-C8CA-4549-A0AD8D1220E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26" name="Oval 825">
                    <a:extLst>
                      <a:ext uri="{FF2B5EF4-FFF2-40B4-BE49-F238E27FC236}">
                        <a16:creationId xmlns:a16="http://schemas.microsoft.com/office/drawing/2014/main" id="{0B1AE504-224A-E264-A9DE-1146FF0F4F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827" name="Group 826">
                    <a:extLst>
                      <a:ext uri="{FF2B5EF4-FFF2-40B4-BE49-F238E27FC236}">
                        <a16:creationId xmlns:a16="http://schemas.microsoft.com/office/drawing/2014/main" id="{3B1481D3-41F2-C9CA-EF28-9FA10D3E185A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828" name="Freeform 827">
                      <a:extLst>
                        <a:ext uri="{FF2B5EF4-FFF2-40B4-BE49-F238E27FC236}">
                          <a16:creationId xmlns:a16="http://schemas.microsoft.com/office/drawing/2014/main" id="{DD1D7879-2291-08F7-0246-8EEA5CF824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29" name="Freeform 828">
                      <a:extLst>
                        <a:ext uri="{FF2B5EF4-FFF2-40B4-BE49-F238E27FC236}">
                          <a16:creationId xmlns:a16="http://schemas.microsoft.com/office/drawing/2014/main" id="{2D049984-74E7-619E-C554-B9C45367DC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30" name="Freeform 829">
                      <a:extLst>
                        <a:ext uri="{FF2B5EF4-FFF2-40B4-BE49-F238E27FC236}">
                          <a16:creationId xmlns:a16="http://schemas.microsoft.com/office/drawing/2014/main" id="{08756F63-4A71-EFF4-25C5-5BECDCF220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31" name="Freeform 830">
                      <a:extLst>
                        <a:ext uri="{FF2B5EF4-FFF2-40B4-BE49-F238E27FC236}">
                          <a16:creationId xmlns:a16="http://schemas.microsoft.com/office/drawing/2014/main" id="{847525E8-167D-C9F3-9F56-F8B0294431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07A9EECD-22AD-564B-BD54-29462D503A6F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818" name="Rectangle 817">
                    <a:extLst>
                      <a:ext uri="{FF2B5EF4-FFF2-40B4-BE49-F238E27FC236}">
                        <a16:creationId xmlns:a16="http://schemas.microsoft.com/office/drawing/2014/main" id="{4F23075F-B301-A4E8-B294-038BE1F87ED6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19" name="Freeform 818">
                    <a:extLst>
                      <a:ext uri="{FF2B5EF4-FFF2-40B4-BE49-F238E27FC236}">
                        <a16:creationId xmlns:a16="http://schemas.microsoft.com/office/drawing/2014/main" id="{6726CA90-8479-A08F-2297-04FC2CCD611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820" name="Group 819">
                    <a:extLst>
                      <a:ext uri="{FF2B5EF4-FFF2-40B4-BE49-F238E27FC236}">
                        <a16:creationId xmlns:a16="http://schemas.microsoft.com/office/drawing/2014/main" id="{49D26B5C-B319-D6CF-FDD2-0A1DC507D8D3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821" name="Freeform 820">
                      <a:extLst>
                        <a:ext uri="{FF2B5EF4-FFF2-40B4-BE49-F238E27FC236}">
                          <a16:creationId xmlns:a16="http://schemas.microsoft.com/office/drawing/2014/main" id="{AF48A8EE-E017-775D-D0ED-BBBEA18DD0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22" name="Freeform 821">
                      <a:extLst>
                        <a:ext uri="{FF2B5EF4-FFF2-40B4-BE49-F238E27FC236}">
                          <a16:creationId xmlns:a16="http://schemas.microsoft.com/office/drawing/2014/main" id="{52785D24-84CC-A009-4FBA-A6850F44AB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23" name="Freeform 822">
                      <a:extLst>
                        <a:ext uri="{FF2B5EF4-FFF2-40B4-BE49-F238E27FC236}">
                          <a16:creationId xmlns:a16="http://schemas.microsoft.com/office/drawing/2014/main" id="{391B6569-C923-C950-4A97-6538A57EC4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24" name="Freeform 823">
                      <a:extLst>
                        <a:ext uri="{FF2B5EF4-FFF2-40B4-BE49-F238E27FC236}">
                          <a16:creationId xmlns:a16="http://schemas.microsoft.com/office/drawing/2014/main" id="{907719A4-D67E-48D0-41D7-4FDC1864EA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7C80A9A2-4244-C235-A401-B4D6040DE0F0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811" name="Freeform 810">
                    <a:extLst>
                      <a:ext uri="{FF2B5EF4-FFF2-40B4-BE49-F238E27FC236}">
                        <a16:creationId xmlns:a16="http://schemas.microsoft.com/office/drawing/2014/main" id="{87CA8432-4D21-3A2F-9F7F-0DC40A50A2B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12" name="Oval 811">
                    <a:extLst>
                      <a:ext uri="{FF2B5EF4-FFF2-40B4-BE49-F238E27FC236}">
                        <a16:creationId xmlns:a16="http://schemas.microsoft.com/office/drawing/2014/main" id="{99421E86-3BCE-B2CC-E6D5-5BC3A02C49C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813" name="Group 812">
                    <a:extLst>
                      <a:ext uri="{FF2B5EF4-FFF2-40B4-BE49-F238E27FC236}">
                        <a16:creationId xmlns:a16="http://schemas.microsoft.com/office/drawing/2014/main" id="{8A5306D7-97C0-AF5B-65C8-214095F16543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814" name="Freeform 813">
                      <a:extLst>
                        <a:ext uri="{FF2B5EF4-FFF2-40B4-BE49-F238E27FC236}">
                          <a16:creationId xmlns:a16="http://schemas.microsoft.com/office/drawing/2014/main" id="{230D2BB6-52E0-6BF2-BA37-44743C7651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5" name="Freeform 814">
                      <a:extLst>
                        <a:ext uri="{FF2B5EF4-FFF2-40B4-BE49-F238E27FC236}">
                          <a16:creationId xmlns:a16="http://schemas.microsoft.com/office/drawing/2014/main" id="{2B9B8170-F565-02C0-CFF1-2B5DD431F4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6" name="Freeform 815">
                      <a:extLst>
                        <a:ext uri="{FF2B5EF4-FFF2-40B4-BE49-F238E27FC236}">
                          <a16:creationId xmlns:a16="http://schemas.microsoft.com/office/drawing/2014/main" id="{E8C10F59-4E2D-713B-0310-0B9A25379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7" name="Freeform 816">
                      <a:extLst>
                        <a:ext uri="{FF2B5EF4-FFF2-40B4-BE49-F238E27FC236}">
                          <a16:creationId xmlns:a16="http://schemas.microsoft.com/office/drawing/2014/main" id="{E4EEB673-FBCA-D927-0BFC-AF829E7FB0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5DAA2EE6-153D-82E5-1851-FC10FBFB73B4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804" name="Rectangle 803">
                    <a:extLst>
                      <a:ext uri="{FF2B5EF4-FFF2-40B4-BE49-F238E27FC236}">
                        <a16:creationId xmlns:a16="http://schemas.microsoft.com/office/drawing/2014/main" id="{C27631CC-6A14-A298-30E6-C43611D5A70B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05" name="Freeform 804">
                    <a:extLst>
                      <a:ext uri="{FF2B5EF4-FFF2-40B4-BE49-F238E27FC236}">
                        <a16:creationId xmlns:a16="http://schemas.microsoft.com/office/drawing/2014/main" id="{205FA7F2-E44C-2949-72B1-FB674EC7DA2B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806" name="Group 805">
                    <a:extLst>
                      <a:ext uri="{FF2B5EF4-FFF2-40B4-BE49-F238E27FC236}">
                        <a16:creationId xmlns:a16="http://schemas.microsoft.com/office/drawing/2014/main" id="{88FFD318-31A0-CB3E-DC98-B369657835D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807" name="Freeform 806">
                      <a:extLst>
                        <a:ext uri="{FF2B5EF4-FFF2-40B4-BE49-F238E27FC236}">
                          <a16:creationId xmlns:a16="http://schemas.microsoft.com/office/drawing/2014/main" id="{DC8347EF-699A-5AA1-BC25-BBEBB12F10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8" name="Freeform 807">
                      <a:extLst>
                        <a:ext uri="{FF2B5EF4-FFF2-40B4-BE49-F238E27FC236}">
                          <a16:creationId xmlns:a16="http://schemas.microsoft.com/office/drawing/2014/main" id="{A0224FC4-575D-2744-8FE6-50B4AB61E8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9" name="Freeform 808">
                      <a:extLst>
                        <a:ext uri="{FF2B5EF4-FFF2-40B4-BE49-F238E27FC236}">
                          <a16:creationId xmlns:a16="http://schemas.microsoft.com/office/drawing/2014/main" id="{C86F2783-5D84-A75C-DA28-9DC085AB34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0" name="Freeform 809">
                      <a:extLst>
                        <a:ext uri="{FF2B5EF4-FFF2-40B4-BE49-F238E27FC236}">
                          <a16:creationId xmlns:a16="http://schemas.microsoft.com/office/drawing/2014/main" id="{6BF8F321-2B6A-1D33-DAE3-4295843B1C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94" name="Group 793">
                  <a:extLst>
                    <a:ext uri="{FF2B5EF4-FFF2-40B4-BE49-F238E27FC236}">
                      <a16:creationId xmlns:a16="http://schemas.microsoft.com/office/drawing/2014/main" id="{2641E424-A18C-1788-9068-790ECE9F8EE4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1055E9D7-64F6-DD1C-2169-EB5762B106B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798" name="Oval 797">
                    <a:extLst>
                      <a:ext uri="{FF2B5EF4-FFF2-40B4-BE49-F238E27FC236}">
                        <a16:creationId xmlns:a16="http://schemas.microsoft.com/office/drawing/2014/main" id="{67C0BC0C-7A2E-1EC1-81B5-187C3A91C951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96651871-9999-D5EA-FE36-DBF8865FD831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800" name="Freeform 799">
                      <a:extLst>
                        <a:ext uri="{FF2B5EF4-FFF2-40B4-BE49-F238E27FC236}">
                          <a16:creationId xmlns:a16="http://schemas.microsoft.com/office/drawing/2014/main" id="{A3C714B3-CFC1-892E-3DB9-C970A065CA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1" name="Freeform 800">
                      <a:extLst>
                        <a:ext uri="{FF2B5EF4-FFF2-40B4-BE49-F238E27FC236}">
                          <a16:creationId xmlns:a16="http://schemas.microsoft.com/office/drawing/2014/main" id="{61F3753F-D694-0E98-7C7B-5EA0783A2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2" name="Freeform 801">
                      <a:extLst>
                        <a:ext uri="{FF2B5EF4-FFF2-40B4-BE49-F238E27FC236}">
                          <a16:creationId xmlns:a16="http://schemas.microsoft.com/office/drawing/2014/main" id="{45D1FE64-1436-84DE-418A-BBBA54502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3" name="Freeform 802">
                      <a:extLst>
                        <a:ext uri="{FF2B5EF4-FFF2-40B4-BE49-F238E27FC236}">
                          <a16:creationId xmlns:a16="http://schemas.microsoft.com/office/drawing/2014/main" id="{D6501722-172F-46A2-DF79-A5ABFD43C8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795" name="Picture 1065" descr="antenna_stylized">
                  <a:extLst>
                    <a:ext uri="{FF2B5EF4-FFF2-40B4-BE49-F238E27FC236}">
                      <a16:creationId xmlns:a16="http://schemas.microsoft.com/office/drawing/2014/main" id="{CF698FE7-D441-AEB1-32EC-14B6B94E69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6" name="Picture 1065" descr="antenna_stylized">
                  <a:extLst>
                    <a:ext uri="{FF2B5EF4-FFF2-40B4-BE49-F238E27FC236}">
                      <a16:creationId xmlns:a16="http://schemas.microsoft.com/office/drawing/2014/main" id="{797F528E-F20D-5E8F-57F8-AB821717E38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60" name="Group 759">
              <a:extLst>
                <a:ext uri="{FF2B5EF4-FFF2-40B4-BE49-F238E27FC236}">
                  <a16:creationId xmlns:a16="http://schemas.microsoft.com/office/drawing/2014/main" id="{5CD0BE46-7D22-61D4-BC1C-E7A3A5F405DD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761" name="Group 760">
                <a:extLst>
                  <a:ext uri="{FF2B5EF4-FFF2-40B4-BE49-F238E27FC236}">
                    <a16:creationId xmlns:a16="http://schemas.microsoft.com/office/drawing/2014/main" id="{90B6DBC8-8C68-AF78-F777-1D5428F02499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770" name="Straight Connector 769">
                  <a:extLst>
                    <a:ext uri="{FF2B5EF4-FFF2-40B4-BE49-F238E27FC236}">
                      <a16:creationId xmlns:a16="http://schemas.microsoft.com/office/drawing/2014/main" id="{2028BC44-542A-A260-70C6-BA641C95B427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71" name="Group 770">
                  <a:extLst>
                    <a:ext uri="{FF2B5EF4-FFF2-40B4-BE49-F238E27FC236}">
                      <a16:creationId xmlns:a16="http://schemas.microsoft.com/office/drawing/2014/main" id="{024D21CC-9412-BC2F-60FD-D40E3D30E9BA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772" name="Picture 771" descr="server_rack.png">
                    <a:extLst>
                      <a:ext uri="{FF2B5EF4-FFF2-40B4-BE49-F238E27FC236}">
                        <a16:creationId xmlns:a16="http://schemas.microsoft.com/office/drawing/2014/main" id="{92ADC964-BBF4-2C45-8ECF-19A3A2D721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773" name="Picture 772" descr="server_rack.png">
                    <a:extLst>
                      <a:ext uri="{FF2B5EF4-FFF2-40B4-BE49-F238E27FC236}">
                        <a16:creationId xmlns:a16="http://schemas.microsoft.com/office/drawing/2014/main" id="{324A1CC2-C38C-ECCD-A55A-B05EFDE5041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774" name="Picture 773" descr="server_rack.png">
                    <a:extLst>
                      <a:ext uri="{FF2B5EF4-FFF2-40B4-BE49-F238E27FC236}">
                        <a16:creationId xmlns:a16="http://schemas.microsoft.com/office/drawing/2014/main" id="{F32D963E-521C-DC3E-28A5-01FE772BF1C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2" name="Group 761">
                <a:extLst>
                  <a:ext uri="{FF2B5EF4-FFF2-40B4-BE49-F238E27FC236}">
                    <a16:creationId xmlns:a16="http://schemas.microsoft.com/office/drawing/2014/main" id="{268A43A6-463C-6395-AD1E-A3C3AC321A46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763" name="Freeform 762">
                  <a:extLst>
                    <a:ext uri="{FF2B5EF4-FFF2-40B4-BE49-F238E27FC236}">
                      <a16:creationId xmlns:a16="http://schemas.microsoft.com/office/drawing/2014/main" id="{CD3F6966-1B80-020E-A1D8-75B6BCDE7AA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4" name="Oval 763">
                  <a:extLst>
                    <a:ext uri="{FF2B5EF4-FFF2-40B4-BE49-F238E27FC236}">
                      <a16:creationId xmlns:a16="http://schemas.microsoft.com/office/drawing/2014/main" id="{6778C6B2-9D25-BD62-2522-783243F17BC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5" name="Group 764">
                  <a:extLst>
                    <a:ext uri="{FF2B5EF4-FFF2-40B4-BE49-F238E27FC236}">
                      <a16:creationId xmlns:a16="http://schemas.microsoft.com/office/drawing/2014/main" id="{99E5EF38-7FBB-67D9-A024-DFD3C1B7921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5912654A-5A45-ADA1-15CB-0BB177CBAD8F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FCAF4DFD-B15D-F7D0-07E6-0349052D50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43A7DDC8-F903-47B0-2951-259F5EFF7EF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9" name="Freeform 768">
                    <a:extLst>
                      <a:ext uri="{FF2B5EF4-FFF2-40B4-BE49-F238E27FC236}">
                        <a16:creationId xmlns:a16="http://schemas.microsoft.com/office/drawing/2014/main" id="{1A7908F3-ADEC-739B-5248-3B36F3B2B1EB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891" name="Group 890">
            <a:extLst>
              <a:ext uri="{FF2B5EF4-FFF2-40B4-BE49-F238E27FC236}">
                <a16:creationId xmlns:a16="http://schemas.microsoft.com/office/drawing/2014/main" id="{34B96541-BDB9-D36C-7DF3-38FA7CA09ADB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33AE6ADA-8E89-BE58-8C9F-3DDB58CA5A2E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3" name="Oval 892">
              <a:extLst>
                <a:ext uri="{FF2B5EF4-FFF2-40B4-BE49-F238E27FC236}">
                  <a16:creationId xmlns:a16="http://schemas.microsoft.com/office/drawing/2014/main" id="{2492070B-AEA7-751E-DA72-FBA0529E1F2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4" name="Oval 893">
              <a:extLst>
                <a:ext uri="{FF2B5EF4-FFF2-40B4-BE49-F238E27FC236}">
                  <a16:creationId xmlns:a16="http://schemas.microsoft.com/office/drawing/2014/main" id="{A7FAE609-25E6-7F84-3FE7-B35D977C42FA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Oval 894">
              <a:extLst>
                <a:ext uri="{FF2B5EF4-FFF2-40B4-BE49-F238E27FC236}">
                  <a16:creationId xmlns:a16="http://schemas.microsoft.com/office/drawing/2014/main" id="{6AB9E121-5DDE-F9A9-ADA7-B6A8B9997388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Oval 895">
              <a:extLst>
                <a:ext uri="{FF2B5EF4-FFF2-40B4-BE49-F238E27FC236}">
                  <a16:creationId xmlns:a16="http://schemas.microsoft.com/office/drawing/2014/main" id="{FB8ED82F-EC32-7879-D4C2-2335547D6169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7" name="Oval 896">
              <a:extLst>
                <a:ext uri="{FF2B5EF4-FFF2-40B4-BE49-F238E27FC236}">
                  <a16:creationId xmlns:a16="http://schemas.microsoft.com/office/drawing/2014/main" id="{4603B573-1B1C-2B16-3742-1FFE01D7B74E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8" name="Oval 897">
              <a:extLst>
                <a:ext uri="{FF2B5EF4-FFF2-40B4-BE49-F238E27FC236}">
                  <a16:creationId xmlns:a16="http://schemas.microsoft.com/office/drawing/2014/main" id="{F658C404-4532-16E3-DEF6-793FB134DF6D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82F60E86-59F5-812E-DC00-9D790D60A64F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0" name="Oval 899">
              <a:extLst>
                <a:ext uri="{FF2B5EF4-FFF2-40B4-BE49-F238E27FC236}">
                  <a16:creationId xmlns:a16="http://schemas.microsoft.com/office/drawing/2014/main" id="{71F01DBD-0D60-BDB2-0526-77C33082B52E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1" name="Oval 900">
              <a:extLst>
                <a:ext uri="{FF2B5EF4-FFF2-40B4-BE49-F238E27FC236}">
                  <a16:creationId xmlns:a16="http://schemas.microsoft.com/office/drawing/2014/main" id="{57FB7253-8602-21D5-4EEF-B7993634AD58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2" name="Oval 901">
              <a:extLst>
                <a:ext uri="{FF2B5EF4-FFF2-40B4-BE49-F238E27FC236}">
                  <a16:creationId xmlns:a16="http://schemas.microsoft.com/office/drawing/2014/main" id="{8C767D78-0AC4-6647-A798-93893AD30B74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3" name="Oval 902">
              <a:extLst>
                <a:ext uri="{FF2B5EF4-FFF2-40B4-BE49-F238E27FC236}">
                  <a16:creationId xmlns:a16="http://schemas.microsoft.com/office/drawing/2014/main" id="{15131590-6BD4-EFBE-A12B-01400BA2CDDF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4" name="Oval 903">
              <a:extLst>
                <a:ext uri="{FF2B5EF4-FFF2-40B4-BE49-F238E27FC236}">
                  <a16:creationId xmlns:a16="http://schemas.microsoft.com/office/drawing/2014/main" id="{12611A0D-2E3A-3C86-154A-7749494A4619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5" name="Oval 904">
              <a:extLst>
                <a:ext uri="{FF2B5EF4-FFF2-40B4-BE49-F238E27FC236}">
                  <a16:creationId xmlns:a16="http://schemas.microsoft.com/office/drawing/2014/main" id="{C2709C5B-D6EE-FD03-6534-624C63F97241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D67B5176-121E-C47D-7CEC-53FCCD0896F3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459829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BDC96E-CD31-F192-A5B5-D8DF7A3E3F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 transfer: Two broad approaches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64BDB8D-74F1-FD7A-E6D3-6DA9D16F772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5257800" cy="4351338"/>
          </a:xfrm>
        </p:spPr>
        <p:txBody>
          <a:bodyPr/>
          <a:lstStyle/>
          <a:p>
            <a:pPr marL="0" indent="0">
              <a:buNone/>
            </a:pPr>
            <a:r>
              <a:rPr lang="en-US" b="1" dirty="0">
                <a:solidFill>
                  <a:srgbClr val="0070C0"/>
                </a:solidFill>
              </a:rPr>
              <a:t>1- Circuit switching: </a:t>
            </a:r>
          </a:p>
          <a:p>
            <a:r>
              <a:rPr lang="en-US" dirty="0"/>
              <a:t>resources </a:t>
            </a:r>
            <a:r>
              <a:rPr lang="en-US" b="1" dirty="0"/>
              <a:t>reserved</a:t>
            </a:r>
            <a:r>
              <a:rPr lang="en-US" i="1" dirty="0"/>
              <a:t> </a:t>
            </a:r>
            <a:r>
              <a:rPr lang="en-US" dirty="0"/>
              <a:t>for "call" between source and destination</a:t>
            </a:r>
          </a:p>
          <a:p>
            <a:r>
              <a:rPr lang="en-US" dirty="0"/>
              <a:t>pre-defined route to destination</a:t>
            </a:r>
          </a:p>
          <a:p>
            <a:r>
              <a:rPr lang="en-US" dirty="0"/>
              <a:t>guaranteed performance</a:t>
            </a:r>
          </a:p>
          <a:p>
            <a:r>
              <a:rPr lang="en-US" dirty="0"/>
              <a:t>data often transmitted in </a:t>
            </a:r>
            <a:r>
              <a:rPr lang="en-US" b="1" dirty="0"/>
              <a:t>streams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E9CA053-78EC-1568-1751-2805C87031EF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F68381E-DFFA-5A37-1C90-0288CBD3144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FB0D5B6-629B-8D53-68FF-F15EBF813123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8C66C19-38BF-61FD-2B6E-1903224DF497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8" name="Group 75">
            <a:extLst>
              <a:ext uri="{FF2B5EF4-FFF2-40B4-BE49-F238E27FC236}">
                <a16:creationId xmlns:a16="http://schemas.microsoft.com/office/drawing/2014/main" id="{96E1C947-DC6D-E751-7E06-8B974D23BCD3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F5037BE3-3229-A618-917F-7D90715B0EEE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DB81EF65-2F66-36D0-2FCB-7F5AB38ACF97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8A7F037-09BD-19E6-8DAA-1A9A76CFCFB5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06DAB6D-C149-F27E-1C56-F88266414137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" name="Group 80">
            <a:extLst>
              <a:ext uri="{FF2B5EF4-FFF2-40B4-BE49-F238E27FC236}">
                <a16:creationId xmlns:a16="http://schemas.microsoft.com/office/drawing/2014/main" id="{5E37F3C6-3DA7-581A-C116-217033D0D403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2A576C9-5697-2F9B-88D0-A67B116DED28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75E5ECF-0FF8-5059-1CD6-BB70B7B4FE5B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92CA8268-AA12-A15A-8857-83945A952351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696847D3-B739-5636-50F7-0010D7B4E642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8" name="Rectangle 17">
            <a:extLst>
              <a:ext uri="{FF2B5EF4-FFF2-40B4-BE49-F238E27FC236}">
                <a16:creationId xmlns:a16="http://schemas.microsoft.com/office/drawing/2014/main" id="{518BC568-B4C8-2838-1041-53B5279BABA5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9BEA2D80-78B3-E9FE-B846-1632195EAC3A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DBB0BB6-E2A0-A6C4-DB10-875B3914A6DB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D2715251-4C05-D077-BBAA-B493C1445AFD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22" name="Group 100">
            <a:extLst>
              <a:ext uri="{FF2B5EF4-FFF2-40B4-BE49-F238E27FC236}">
                <a16:creationId xmlns:a16="http://schemas.microsoft.com/office/drawing/2014/main" id="{2F887202-416C-14B1-CD68-FDFBD517A6BA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23" name="Picture 101" descr="desktop_computer_stylized_medium">
              <a:extLst>
                <a:ext uri="{FF2B5EF4-FFF2-40B4-BE49-F238E27FC236}">
                  <a16:creationId xmlns:a16="http://schemas.microsoft.com/office/drawing/2014/main" id="{44074610-4CBC-796C-7E32-B22C4FBCE0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102">
              <a:extLst>
                <a:ext uri="{FF2B5EF4-FFF2-40B4-BE49-F238E27FC236}">
                  <a16:creationId xmlns:a16="http://schemas.microsoft.com/office/drawing/2014/main" id="{381DF587-29F3-B79D-9216-9EC4B93A39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BCBAFCF6-9E13-CB27-28C7-FF94EAB68DB1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7ACE5332-CD80-8B54-CF4B-3871BE890113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A602E6E-77F6-D741-E3C3-C69B76C7759A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E8505AF-1E49-B9C9-EC49-C597CB61609D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74501DA-F938-D912-66B5-44BDF3C0BCCA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688F454D-A099-5C1B-84B9-E0FF3C7CFB42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A196C0AE-C4A1-637D-4733-9FD798B49F25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8E714751-ABA6-0B19-E0B8-D9A8E60234EF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5AF0AD1-CB02-80F5-2F71-43A8EFE748AD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34" name="Group 100">
            <a:extLst>
              <a:ext uri="{FF2B5EF4-FFF2-40B4-BE49-F238E27FC236}">
                <a16:creationId xmlns:a16="http://schemas.microsoft.com/office/drawing/2014/main" id="{20F376F3-4FC6-0460-844F-D335D6405481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35" name="Picture 101" descr="desktop_computer_stylized_medium">
              <a:extLst>
                <a:ext uri="{FF2B5EF4-FFF2-40B4-BE49-F238E27FC236}">
                  <a16:creationId xmlns:a16="http://schemas.microsoft.com/office/drawing/2014/main" id="{21916F34-D512-9BC7-57B8-4402D47777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" name="Freeform 102">
              <a:extLst>
                <a:ext uri="{FF2B5EF4-FFF2-40B4-BE49-F238E27FC236}">
                  <a16:creationId xmlns:a16="http://schemas.microsoft.com/office/drawing/2014/main" id="{38C727FB-0D56-7DDE-5100-3F9FE8CF7FA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0">
            <a:extLst>
              <a:ext uri="{FF2B5EF4-FFF2-40B4-BE49-F238E27FC236}">
                <a16:creationId xmlns:a16="http://schemas.microsoft.com/office/drawing/2014/main" id="{BF21B497-0B18-2942-BCC4-497572ACB478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38" name="Picture 101" descr="desktop_computer_stylized_medium">
              <a:extLst>
                <a:ext uri="{FF2B5EF4-FFF2-40B4-BE49-F238E27FC236}">
                  <a16:creationId xmlns:a16="http://schemas.microsoft.com/office/drawing/2014/main" id="{9853FBD7-B73B-A73E-016A-2D1DB4011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" name="Freeform 102">
              <a:extLst>
                <a:ext uri="{FF2B5EF4-FFF2-40B4-BE49-F238E27FC236}">
                  <a16:creationId xmlns:a16="http://schemas.microsoft.com/office/drawing/2014/main" id="{F62F41A4-8D3F-2466-9CF6-052D9ABA8E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B931365-F285-3C6B-2FE0-F73B04B6DB82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E24AD164-11CF-DAD6-7AFA-1F02DCEB71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EB3AFECC-378F-E3C4-CA61-0993DEBF4AE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051F3545-3588-E120-8508-C5A0B62A78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B33412F9-F2A8-5EF2-AF9D-41F13F30C3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86681A27-AF3F-CD80-9887-95B12FD153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0412351E-A3EC-6807-5B95-5F86012E96F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1DC24D19-2171-0277-8534-A15F6B17E7B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8C5F884D-A74B-A9F9-B42B-5DE2BD11A5EC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47668047-AFE2-2826-4DDC-492BF324B3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8A8A6D48-7812-0E3E-A495-89477C0239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30CF196-C31A-6782-D15C-089FC55C95D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58B24106-EFCA-287E-ADD1-95C3662C6AE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B81BCEC1-5D08-0EFA-501F-8CA95734DEF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649DFA5D-B112-F1A4-1CA2-4456EB8EFA6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B3BB0005-33F3-B22F-02A3-2631F9BF06B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E4113D7-D676-0353-6C4F-DBF7972FBC03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3C09DA3A-6F2E-A67D-82A8-A50885B3A63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B5964988-BEB5-AA6F-DBDB-8BCB51FAAB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23D1F6F3-04DC-AAA0-F5C3-9F11DEA71D0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0C043B88-4B51-4648-7C89-A864D82F150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976C4824-027B-2357-DC30-72AB2029526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A9893C9C-CC33-DB41-64FC-435477580F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34967361-6065-55E2-1C31-3B350BE69F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0A5DF4C-D02A-2E73-4C10-DDDA975DEC47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627EBD2A-BF09-B1CE-59D9-887FFEFF022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83B89DFC-F245-8B6D-2205-D4A1331AFAE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B364233A-2FF7-E0EC-F2F3-E5D71A30BA0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DBA84CAD-CEA1-BAFB-D5B0-9BD4311BD9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E80E2F9A-D5D4-8154-999D-081E9395332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C250BE9B-58C5-6981-FF87-E2D6BBC1612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EA422C7E-9EFA-35D7-C1A3-2EEA29786BC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5A879A2E-F4B5-D97E-482F-D8AD84D4B5E3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03C60B10-4DCA-65A4-B9C8-D4A1B3E6E6FF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6E67CCC2-1914-F1B8-3A37-61C452CD365F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471333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1083A28-C7B7-E0C7-0CB1-22790EAAF6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to </a:t>
            </a:r>
            <a:r>
              <a:rPr lang="en-US" i="1" dirty="0"/>
              <a:t>reserve </a:t>
            </a:r>
            <a:r>
              <a:rPr lang="en-US" dirty="0"/>
              <a:t>resources?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E7F84A2-D676-0793-B234-D7C46D6B3CB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5257800" cy="4351338"/>
          </a:xfrm>
        </p:spPr>
        <p:txBody>
          <a:bodyPr/>
          <a:lstStyle/>
          <a:p>
            <a:pPr marL="0" indent="0">
              <a:buNone/>
            </a:pPr>
            <a:r>
              <a:rPr lang="en-US" dirty="0"/>
              <a:t>Old telephone systems:</a:t>
            </a:r>
          </a:p>
          <a:p>
            <a:r>
              <a:rPr lang="en-US" dirty="0"/>
              <a:t>telephone operator physically interconnected source and destination</a:t>
            </a:r>
          </a:p>
          <a:p>
            <a:r>
              <a:rPr lang="en-US" i="1" dirty="0"/>
              <a:t>reserved, exclusive </a:t>
            </a:r>
            <a:r>
              <a:rPr lang="en-US" dirty="0"/>
              <a:t>link between end devices</a:t>
            </a:r>
            <a:endParaRPr lang="en-US" i="1" dirty="0"/>
          </a:p>
        </p:txBody>
      </p:sp>
      <p:pic>
        <p:nvPicPr>
          <p:cNvPr id="1026" name="Picture 2" descr="Telephone exchange - Wikipedia">
            <a:extLst>
              <a:ext uri="{FF2B5EF4-FFF2-40B4-BE49-F238E27FC236}">
                <a16:creationId xmlns:a16="http://schemas.microsoft.com/office/drawing/2014/main" id="{DA05AE3B-4BE2-280F-36C7-0274F2372D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4903" y="1825625"/>
            <a:ext cx="4955547" cy="3432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D764E28-9D0E-6AC8-4628-973AFD3F35FD}"/>
              </a:ext>
            </a:extLst>
          </p:cNvPr>
          <p:cNvSpPr txBox="1"/>
          <p:nvPr/>
        </p:nvSpPr>
        <p:spPr>
          <a:xfrm>
            <a:off x="6264903" y="5276850"/>
            <a:ext cx="22059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Telephone exchange</a:t>
            </a:r>
          </a:p>
        </p:txBody>
      </p:sp>
    </p:spTree>
    <p:extLst>
      <p:ext uri="{BB962C8B-B14F-4D97-AF65-F5344CB8AC3E}">
        <p14:creationId xmlns:p14="http://schemas.microsoft.com/office/powerpoint/2010/main" val="29451648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2156F6-6A88-CB58-5A0D-ECC60ADC30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EEC531-CAEB-DFC7-4B01-EA6F1B4749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to </a:t>
            </a:r>
            <a:r>
              <a:rPr lang="en-US" i="1" dirty="0"/>
              <a:t>reserve </a:t>
            </a:r>
            <a:r>
              <a:rPr lang="en-US" dirty="0"/>
              <a:t>resources?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64BC902-254F-4567-93DF-180E816C4C2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6393873" cy="4351338"/>
          </a:xfrm>
        </p:spPr>
        <p:txBody>
          <a:bodyPr/>
          <a:lstStyle/>
          <a:p>
            <a:pPr marL="0" indent="0">
              <a:buNone/>
            </a:pPr>
            <a:r>
              <a:rPr lang="en-US" dirty="0"/>
              <a:t>Modern approaches:</a:t>
            </a:r>
          </a:p>
          <a:p>
            <a:r>
              <a:rPr lang="en-US" dirty="0"/>
              <a:t>Frequency Division Multiplexing (FDM)</a:t>
            </a:r>
          </a:p>
          <a:p>
            <a:pPr lvl="1"/>
            <a:r>
              <a:rPr lang="en-US" dirty="0"/>
              <a:t>optical, electromagnetic frequencies divided into narrow frequency bands</a:t>
            </a:r>
          </a:p>
          <a:p>
            <a:pPr lvl="1"/>
            <a:r>
              <a:rPr lang="en-US" dirty="0"/>
              <a:t>each call/user allocated its own band</a:t>
            </a:r>
          </a:p>
          <a:p>
            <a:pPr lvl="1"/>
            <a:endParaRPr lang="en-US" dirty="0"/>
          </a:p>
          <a:p>
            <a:r>
              <a:rPr lang="en-US" dirty="0"/>
              <a:t>Time Division Multiplexing (TDM)</a:t>
            </a:r>
          </a:p>
          <a:p>
            <a:pPr lvl="1"/>
            <a:r>
              <a:rPr lang="en-US" dirty="0"/>
              <a:t>time divided into slots</a:t>
            </a:r>
          </a:p>
          <a:p>
            <a:pPr lvl="1"/>
            <a:r>
              <a:rPr lang="en-US" dirty="0"/>
              <a:t>each call/user allocated periodic slots</a:t>
            </a:r>
          </a:p>
          <a:p>
            <a:pPr marL="0" indent="0">
              <a:buNone/>
            </a:pPr>
            <a:endParaRPr lang="en-US" dirty="0"/>
          </a:p>
        </p:txBody>
      </p:sp>
      <p:grpSp>
        <p:nvGrpSpPr>
          <p:cNvPr id="1062" name="Group 1061">
            <a:extLst>
              <a:ext uri="{FF2B5EF4-FFF2-40B4-BE49-F238E27FC236}">
                <a16:creationId xmlns:a16="http://schemas.microsoft.com/office/drawing/2014/main" id="{1B8B122A-A3CA-0E05-6C87-AFA3072A870D}"/>
              </a:ext>
            </a:extLst>
          </p:cNvPr>
          <p:cNvGrpSpPr/>
          <p:nvPr/>
        </p:nvGrpSpPr>
        <p:grpSpPr>
          <a:xfrm>
            <a:off x="7232073" y="1468582"/>
            <a:ext cx="4508996" cy="4630966"/>
            <a:chOff x="6232444" y="1632322"/>
            <a:chExt cx="5508625" cy="4467226"/>
          </a:xfrm>
        </p:grpSpPr>
        <p:grpSp>
          <p:nvGrpSpPr>
            <p:cNvPr id="5" name="Group 5">
              <a:extLst>
                <a:ext uri="{FF2B5EF4-FFF2-40B4-BE49-F238E27FC236}">
                  <a16:creationId xmlns:a16="http://schemas.microsoft.com/office/drawing/2014/main" id="{0A785AD4-E2D8-FE7D-E3D6-F88D42CBCC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2444" y="2059358"/>
              <a:ext cx="5508625" cy="1770063"/>
              <a:chOff x="1378" y="1353"/>
              <a:chExt cx="3470" cy="1115"/>
            </a:xfrm>
          </p:grpSpPr>
          <p:sp>
            <p:nvSpPr>
              <p:cNvPr id="6" name="Line 6">
                <a:extLst>
                  <a:ext uri="{FF2B5EF4-FFF2-40B4-BE49-F238E27FC236}">
                    <a16:creationId xmlns:a16="http://schemas.microsoft.com/office/drawing/2014/main" id="{FE3B5ECE-CE45-77F2-F2D9-EE6C99CCA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8" y="1392"/>
                <a:ext cx="0" cy="81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" name="Text Box 7">
                <a:extLst>
                  <a:ext uri="{FF2B5EF4-FFF2-40B4-BE49-F238E27FC236}">
                    <a16:creationId xmlns:a16="http://schemas.microsoft.com/office/drawing/2014/main" id="{9BA067CB-8C70-4B55-45AC-C0D5F66060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1069" y="1662"/>
                <a:ext cx="91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frequency</a:t>
                </a:r>
                <a:endParaRPr kumimoji="0" lang="fr-FR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" name="Line 8">
                <a:extLst>
                  <a:ext uri="{FF2B5EF4-FFF2-40B4-BE49-F238E27FC236}">
                    <a16:creationId xmlns:a16="http://schemas.microsoft.com/office/drawing/2014/main" id="{EAE96B3B-0534-302A-1E73-CAE0B263D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2208"/>
                <a:ext cx="312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" name="Text Box 9">
                <a:extLst>
                  <a:ext uri="{FF2B5EF4-FFF2-40B4-BE49-F238E27FC236}">
                    <a16:creationId xmlns:a16="http://schemas.microsoft.com/office/drawing/2014/main" id="{397539EC-B63F-B5F9-D1ED-1E739C5250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76" y="2216"/>
                <a:ext cx="41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time</a:t>
                </a:r>
                <a:endParaRPr kumimoji="0" lang="fr-FR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" name="Rectangle 10">
                <a:extLst>
                  <a:ext uri="{FF2B5EF4-FFF2-40B4-BE49-F238E27FC236}">
                    <a16:creationId xmlns:a16="http://schemas.microsoft.com/office/drawing/2014/main" id="{A1F96647-3661-04CE-0720-8F460DCC4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1584"/>
                <a:ext cx="2880" cy="576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" name="Rectangle 11">
              <a:extLst>
                <a:ext uri="{FF2B5EF4-FFF2-40B4-BE49-F238E27FC236}">
                  <a16:creationId xmlns:a16="http://schemas.microsoft.com/office/drawing/2014/main" id="{EE2D4035-F35C-CA8E-E5FC-34BFB8B36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569" y="2438770"/>
              <a:ext cx="4572000" cy="228600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" name="Rectangle 12">
              <a:extLst>
                <a:ext uri="{FF2B5EF4-FFF2-40B4-BE49-F238E27FC236}">
                  <a16:creationId xmlns:a16="http://schemas.microsoft.com/office/drawing/2014/main" id="{61FE5523-0B12-71EF-ADEC-12D400BB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569" y="2667370"/>
              <a:ext cx="4572000" cy="228600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" name="Rectangle 13">
              <a:extLst>
                <a:ext uri="{FF2B5EF4-FFF2-40B4-BE49-F238E27FC236}">
                  <a16:creationId xmlns:a16="http://schemas.microsoft.com/office/drawing/2014/main" id="{D8EA4494-710B-7F1D-6DD5-EFECDDBCC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569" y="2895970"/>
              <a:ext cx="4572000" cy="228600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" name="Rectangle 14">
              <a:extLst>
                <a:ext uri="{FF2B5EF4-FFF2-40B4-BE49-F238E27FC236}">
                  <a16:creationId xmlns:a16="http://schemas.microsoft.com/office/drawing/2014/main" id="{C4BA99E3-D724-9D01-87FF-A4E75F3D5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569" y="3124570"/>
              <a:ext cx="4572000" cy="228600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5" name="Group 15">
              <a:extLst>
                <a:ext uri="{FF2B5EF4-FFF2-40B4-BE49-F238E27FC236}">
                  <a16:creationId xmlns:a16="http://schemas.microsoft.com/office/drawing/2014/main" id="{721E4888-BDE0-6FDF-E90A-52080F74C2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319" y="4361235"/>
              <a:ext cx="5480050" cy="1738313"/>
              <a:chOff x="1396" y="2977"/>
              <a:chExt cx="3452" cy="1095"/>
            </a:xfrm>
          </p:grpSpPr>
          <p:sp>
            <p:nvSpPr>
              <p:cNvPr id="16" name="Line 17">
                <a:extLst>
                  <a:ext uri="{FF2B5EF4-FFF2-40B4-BE49-F238E27FC236}">
                    <a16:creationId xmlns:a16="http://schemas.microsoft.com/office/drawing/2014/main" id="{068F717A-2412-1581-FEC4-67235F78F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8" y="2977"/>
                <a:ext cx="0" cy="81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Text Box 18">
                <a:extLst>
                  <a:ext uri="{FF2B5EF4-FFF2-40B4-BE49-F238E27FC236}">
                    <a16:creationId xmlns:a16="http://schemas.microsoft.com/office/drawing/2014/main" id="{CFA50D05-F4CA-3570-B274-2A6E5D4E24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1087" y="3286"/>
                <a:ext cx="91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frequency</a:t>
                </a:r>
                <a:endParaRPr kumimoji="0" lang="fr-FR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" name="Line 19">
                <a:extLst>
                  <a:ext uri="{FF2B5EF4-FFF2-40B4-BE49-F238E27FC236}">
                    <a16:creationId xmlns:a16="http://schemas.microsoft.com/office/drawing/2014/main" id="{FD78F32F-2176-E116-0D96-154369619B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3793"/>
                <a:ext cx="312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" name="Text Box 20">
                <a:extLst>
                  <a:ext uri="{FF2B5EF4-FFF2-40B4-BE49-F238E27FC236}">
                    <a16:creationId xmlns:a16="http://schemas.microsoft.com/office/drawing/2014/main" id="{7E38BFF3-40F2-A1B3-EE92-8661EA0897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5" y="3820"/>
                <a:ext cx="41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time</a:t>
                </a:r>
                <a:endParaRPr kumimoji="0" lang="fr-FR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" name="Rectangle 21">
                <a:extLst>
                  <a:ext uri="{FF2B5EF4-FFF2-40B4-BE49-F238E27FC236}">
                    <a16:creationId xmlns:a16="http://schemas.microsoft.com/office/drawing/2014/main" id="{EE1D46D1-1378-BC20-BA91-6E7B3A1B1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3168"/>
                <a:ext cx="2880" cy="576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" name="Group 22">
              <a:extLst>
                <a:ext uri="{FF2B5EF4-FFF2-40B4-BE49-F238E27FC236}">
                  <a16:creationId xmlns:a16="http://schemas.microsoft.com/office/drawing/2014/main" id="{944A84E9-FDB0-30D5-05B6-A71FA0D2BB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51569" y="4664445"/>
              <a:ext cx="3886200" cy="914400"/>
              <a:chOff x="1776" y="3168"/>
              <a:chExt cx="2448" cy="576"/>
            </a:xfrm>
          </p:grpSpPr>
          <p:sp>
            <p:nvSpPr>
              <p:cNvPr id="22" name="Rectangle 23">
                <a:extLst>
                  <a:ext uri="{FF2B5EF4-FFF2-40B4-BE49-F238E27FC236}">
                    <a16:creationId xmlns:a16="http://schemas.microsoft.com/office/drawing/2014/main" id="{82435452-7FF3-79D5-8679-B64EDD846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3168"/>
                <a:ext cx="144" cy="576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3" name="Rectangle 24">
                <a:extLst>
                  <a:ext uri="{FF2B5EF4-FFF2-40B4-BE49-F238E27FC236}">
                    <a16:creationId xmlns:a16="http://schemas.microsoft.com/office/drawing/2014/main" id="{545DEF52-84DC-BC6A-25F1-A3688873D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3168"/>
                <a:ext cx="144" cy="576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4" name="Rectangle 25">
                <a:extLst>
                  <a:ext uri="{FF2B5EF4-FFF2-40B4-BE49-F238E27FC236}">
                    <a16:creationId xmlns:a16="http://schemas.microsoft.com/office/drawing/2014/main" id="{89ED6D40-493C-9B5B-B1D9-7478F33AC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3168"/>
                <a:ext cx="144" cy="576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5" name="Rectangle 26">
                <a:extLst>
                  <a:ext uri="{FF2B5EF4-FFF2-40B4-BE49-F238E27FC236}">
                    <a16:creationId xmlns:a16="http://schemas.microsoft.com/office/drawing/2014/main" id="{A9E2F75A-40D1-C628-69F3-B10090C44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3168"/>
                <a:ext cx="144" cy="576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6" name="Rectangle 27">
                <a:extLst>
                  <a:ext uri="{FF2B5EF4-FFF2-40B4-BE49-F238E27FC236}">
                    <a16:creationId xmlns:a16="http://schemas.microsoft.com/office/drawing/2014/main" id="{4A378BE9-7897-C2AF-E50D-E0A5BE0C8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3168"/>
                <a:ext cx="144" cy="576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7" name="Group 28">
              <a:extLst>
                <a:ext uri="{FF2B5EF4-FFF2-40B4-BE49-F238E27FC236}">
                  <a16:creationId xmlns:a16="http://schemas.microsoft.com/office/drawing/2014/main" id="{754EE583-484E-46CA-A9E1-A2B5B1314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0169" y="4664445"/>
              <a:ext cx="3886200" cy="914400"/>
              <a:chOff x="1920" y="3168"/>
              <a:chExt cx="2448" cy="576"/>
            </a:xfrm>
          </p:grpSpPr>
          <p:sp>
            <p:nvSpPr>
              <p:cNvPr id="28" name="Rectangle 29">
                <a:extLst>
                  <a:ext uri="{FF2B5EF4-FFF2-40B4-BE49-F238E27FC236}">
                    <a16:creationId xmlns:a16="http://schemas.microsoft.com/office/drawing/2014/main" id="{790525D6-3E9B-FADE-4607-D54B80244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3168"/>
                <a:ext cx="144" cy="576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9" name="Rectangle 30">
                <a:extLst>
                  <a:ext uri="{FF2B5EF4-FFF2-40B4-BE49-F238E27FC236}">
                    <a16:creationId xmlns:a16="http://schemas.microsoft.com/office/drawing/2014/main" id="{215E0246-7FCF-57B6-0785-1D8F19C16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3168"/>
                <a:ext cx="144" cy="576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Rectangle 31">
                <a:extLst>
                  <a:ext uri="{FF2B5EF4-FFF2-40B4-BE49-F238E27FC236}">
                    <a16:creationId xmlns:a16="http://schemas.microsoft.com/office/drawing/2014/main" id="{05EED5A4-4FD5-47E6-E8DF-6F399B14C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3168"/>
                <a:ext cx="144" cy="576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" name="Rectangle 32">
                <a:extLst>
                  <a:ext uri="{FF2B5EF4-FFF2-40B4-BE49-F238E27FC236}">
                    <a16:creationId xmlns:a16="http://schemas.microsoft.com/office/drawing/2014/main" id="{966A6A1F-18EE-B4D1-AE47-1F4D5668C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3168"/>
                <a:ext cx="144" cy="576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Rectangle 33">
                <a:extLst>
                  <a:ext uri="{FF2B5EF4-FFF2-40B4-BE49-F238E27FC236}">
                    <a16:creationId xmlns:a16="http://schemas.microsoft.com/office/drawing/2014/main" id="{0CD2ECF9-743F-AE7A-E707-787B104BA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3168"/>
                <a:ext cx="144" cy="576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3" name="Group 34">
              <a:extLst>
                <a:ext uri="{FF2B5EF4-FFF2-40B4-BE49-F238E27FC236}">
                  <a16:creationId xmlns:a16="http://schemas.microsoft.com/office/drawing/2014/main" id="{48389A17-7298-3253-9AAD-2C0E231334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08769" y="4664445"/>
              <a:ext cx="3886200" cy="914400"/>
              <a:chOff x="2064" y="3168"/>
              <a:chExt cx="2448" cy="576"/>
            </a:xfrm>
          </p:grpSpPr>
          <p:sp>
            <p:nvSpPr>
              <p:cNvPr id="34" name="Rectangle 35">
                <a:extLst>
                  <a:ext uri="{FF2B5EF4-FFF2-40B4-BE49-F238E27FC236}">
                    <a16:creationId xmlns:a16="http://schemas.microsoft.com/office/drawing/2014/main" id="{7AC51936-4D36-29EB-C73B-A60693B79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3168"/>
                <a:ext cx="144" cy="576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Rectangle 36">
                <a:extLst>
                  <a:ext uri="{FF2B5EF4-FFF2-40B4-BE49-F238E27FC236}">
                    <a16:creationId xmlns:a16="http://schemas.microsoft.com/office/drawing/2014/main" id="{7E49EB66-77E4-BDC8-2ED1-92A528049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3168"/>
                <a:ext cx="144" cy="576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37">
                <a:extLst>
                  <a:ext uri="{FF2B5EF4-FFF2-40B4-BE49-F238E27FC236}">
                    <a16:creationId xmlns:a16="http://schemas.microsoft.com/office/drawing/2014/main" id="{F1CD169D-8F9A-FC63-EA1F-9FBD6972C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3168"/>
                <a:ext cx="144" cy="576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7" name="Rectangle 38">
                <a:extLst>
                  <a:ext uri="{FF2B5EF4-FFF2-40B4-BE49-F238E27FC236}">
                    <a16:creationId xmlns:a16="http://schemas.microsoft.com/office/drawing/2014/main" id="{7BEE0ABB-3E5C-C5A8-26CB-CF6D96CC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2" y="3168"/>
                <a:ext cx="144" cy="576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8" name="Rectangle 39">
                <a:extLst>
                  <a:ext uri="{FF2B5EF4-FFF2-40B4-BE49-F238E27FC236}">
                    <a16:creationId xmlns:a16="http://schemas.microsoft.com/office/drawing/2014/main" id="{7CA546ED-83AB-74B0-A0C8-47B37B94C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3168"/>
                <a:ext cx="144" cy="576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39" name="Group 40">
              <a:extLst>
                <a:ext uri="{FF2B5EF4-FFF2-40B4-BE49-F238E27FC236}">
                  <a16:creationId xmlns:a16="http://schemas.microsoft.com/office/drawing/2014/main" id="{5F79CDF9-4A8F-09F0-B7F7-B335AE1B2B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37369" y="4664445"/>
              <a:ext cx="3886200" cy="914400"/>
              <a:chOff x="2208" y="3168"/>
              <a:chExt cx="2448" cy="576"/>
            </a:xfrm>
          </p:grpSpPr>
          <p:sp>
            <p:nvSpPr>
              <p:cNvPr id="40" name="Rectangle 41">
                <a:extLst>
                  <a:ext uri="{FF2B5EF4-FFF2-40B4-BE49-F238E27FC236}">
                    <a16:creationId xmlns:a16="http://schemas.microsoft.com/office/drawing/2014/main" id="{386503DD-F5A8-657B-1881-44481D6CF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3168"/>
                <a:ext cx="144" cy="576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" name="Rectangle 42">
                <a:extLst>
                  <a:ext uri="{FF2B5EF4-FFF2-40B4-BE49-F238E27FC236}">
                    <a16:creationId xmlns:a16="http://schemas.microsoft.com/office/drawing/2014/main" id="{9A6E8927-D0A0-C57C-B052-0F10BEDE5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3168"/>
                <a:ext cx="144" cy="576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2" name="Rectangle 43">
                <a:extLst>
                  <a:ext uri="{FF2B5EF4-FFF2-40B4-BE49-F238E27FC236}">
                    <a16:creationId xmlns:a16="http://schemas.microsoft.com/office/drawing/2014/main" id="{F007E38E-2594-2DEA-80BB-451471921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3168"/>
                <a:ext cx="144" cy="576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3" name="Rectangle 44">
                <a:extLst>
                  <a:ext uri="{FF2B5EF4-FFF2-40B4-BE49-F238E27FC236}">
                    <a16:creationId xmlns:a16="http://schemas.microsoft.com/office/drawing/2014/main" id="{A324084D-0F16-D614-5DF1-DC7243EFF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6" y="3168"/>
                <a:ext cx="144" cy="576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4" name="Rectangle 45">
                <a:extLst>
                  <a:ext uri="{FF2B5EF4-FFF2-40B4-BE49-F238E27FC236}">
                    <a16:creationId xmlns:a16="http://schemas.microsoft.com/office/drawing/2014/main" id="{C084D939-DAA9-42C6-106C-69302A54F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2" y="3168"/>
                <a:ext cx="144" cy="576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5" name="Group 46">
              <a:extLst>
                <a:ext uri="{FF2B5EF4-FFF2-40B4-BE49-F238E27FC236}">
                  <a16:creationId xmlns:a16="http://schemas.microsoft.com/office/drawing/2014/main" id="{09312210-02D8-54DD-8DA9-665D6F2D16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51569" y="2667370"/>
              <a:ext cx="4572000" cy="457200"/>
              <a:chOff x="1776" y="1728"/>
              <a:chExt cx="2880" cy="288"/>
            </a:xfrm>
          </p:grpSpPr>
          <p:sp>
            <p:nvSpPr>
              <p:cNvPr id="46" name="Line 47">
                <a:extLst>
                  <a:ext uri="{FF2B5EF4-FFF2-40B4-BE49-F238E27FC236}">
                    <a16:creationId xmlns:a16="http://schemas.microsoft.com/office/drawing/2014/main" id="{0B59E178-8774-7191-D0F2-E59B6DD751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6" y="1728"/>
                <a:ext cx="28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" name="Line 48">
                <a:extLst>
                  <a:ext uri="{FF2B5EF4-FFF2-40B4-BE49-F238E27FC236}">
                    <a16:creationId xmlns:a16="http://schemas.microsoft.com/office/drawing/2014/main" id="{B47AF6DA-9961-65E6-2C06-3B51E0DC23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6" y="1872"/>
                <a:ext cx="28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Line 49">
                <a:extLst>
                  <a:ext uri="{FF2B5EF4-FFF2-40B4-BE49-F238E27FC236}">
                    <a16:creationId xmlns:a16="http://schemas.microsoft.com/office/drawing/2014/main" id="{16ED1893-7224-C60A-A659-146EF07E1E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6" y="2016"/>
                <a:ext cx="28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" name="Group 50">
              <a:extLst>
                <a:ext uri="{FF2B5EF4-FFF2-40B4-BE49-F238E27FC236}">
                  <a16:creationId xmlns:a16="http://schemas.microsoft.com/office/drawing/2014/main" id="{B4339F20-4EED-6081-071D-FAB61A2D9D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0169" y="4664445"/>
              <a:ext cx="4114800" cy="914400"/>
              <a:chOff x="1920" y="3168"/>
              <a:chExt cx="2592" cy="576"/>
            </a:xfrm>
          </p:grpSpPr>
          <p:sp>
            <p:nvSpPr>
              <p:cNvPr id="50" name="Line 51">
                <a:extLst>
                  <a:ext uri="{FF2B5EF4-FFF2-40B4-BE49-F238E27FC236}">
                    <a16:creationId xmlns:a16="http://schemas.microsoft.com/office/drawing/2014/main" id="{0F5C9DF9-4808-E04A-EDE9-EEB664C6FE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" name="Line 52">
                <a:extLst>
                  <a:ext uri="{FF2B5EF4-FFF2-40B4-BE49-F238E27FC236}">
                    <a16:creationId xmlns:a16="http://schemas.microsoft.com/office/drawing/2014/main" id="{89081D3B-1819-52E0-9244-71C49CC843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4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Line 53">
                <a:extLst>
                  <a:ext uri="{FF2B5EF4-FFF2-40B4-BE49-F238E27FC236}">
                    <a16:creationId xmlns:a16="http://schemas.microsoft.com/office/drawing/2014/main" id="{6A1A4A02-E501-3F24-B0D4-A8028AFE4C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" name="Line 54">
                <a:extLst>
                  <a:ext uri="{FF2B5EF4-FFF2-40B4-BE49-F238E27FC236}">
                    <a16:creationId xmlns:a16="http://schemas.microsoft.com/office/drawing/2014/main" id="{7CB342F8-9D33-C2E5-F9C7-D776DB26C5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2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Line 55">
                <a:extLst>
                  <a:ext uri="{FF2B5EF4-FFF2-40B4-BE49-F238E27FC236}">
                    <a16:creationId xmlns:a16="http://schemas.microsoft.com/office/drawing/2014/main" id="{01BA2581-F54F-099D-C3F8-BFAB963734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" name="Line 56">
                <a:extLst>
                  <a:ext uri="{FF2B5EF4-FFF2-40B4-BE49-F238E27FC236}">
                    <a16:creationId xmlns:a16="http://schemas.microsoft.com/office/drawing/2014/main" id="{8E97D97E-928E-3D8C-6DB2-89EBA9ADA7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0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Line 57">
                <a:extLst>
                  <a:ext uri="{FF2B5EF4-FFF2-40B4-BE49-F238E27FC236}">
                    <a16:creationId xmlns:a16="http://schemas.microsoft.com/office/drawing/2014/main" id="{2CD1DFBB-26C5-46AA-6F0D-E2BB59F881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58">
                <a:extLst>
                  <a:ext uri="{FF2B5EF4-FFF2-40B4-BE49-F238E27FC236}">
                    <a16:creationId xmlns:a16="http://schemas.microsoft.com/office/drawing/2014/main" id="{9224219B-2B76-41E0-E207-3B2E2D48AE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28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59">
                <a:extLst>
                  <a:ext uri="{FF2B5EF4-FFF2-40B4-BE49-F238E27FC236}">
                    <a16:creationId xmlns:a16="http://schemas.microsoft.com/office/drawing/2014/main" id="{E2D37535-5E4D-4DA9-84FE-1BFB16214D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2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60">
                <a:extLst>
                  <a:ext uri="{FF2B5EF4-FFF2-40B4-BE49-F238E27FC236}">
                    <a16:creationId xmlns:a16="http://schemas.microsoft.com/office/drawing/2014/main" id="{36BCA449-8057-AB55-BB15-73AC3CF22A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6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61">
                <a:extLst>
                  <a:ext uri="{FF2B5EF4-FFF2-40B4-BE49-F238E27FC236}">
                    <a16:creationId xmlns:a16="http://schemas.microsoft.com/office/drawing/2014/main" id="{7E8FFBA8-C7C4-9E32-1555-AA80A480FC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60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62">
                <a:extLst>
                  <a:ext uri="{FF2B5EF4-FFF2-40B4-BE49-F238E27FC236}">
                    <a16:creationId xmlns:a16="http://schemas.microsoft.com/office/drawing/2014/main" id="{5B60E862-71EF-C12D-B253-2769E35012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4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63">
                <a:extLst>
                  <a:ext uri="{FF2B5EF4-FFF2-40B4-BE49-F238E27FC236}">
                    <a16:creationId xmlns:a16="http://schemas.microsoft.com/office/drawing/2014/main" id="{91AFA105-ACD4-D3EE-130F-1CD0623EDD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48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64">
                <a:extLst>
                  <a:ext uri="{FF2B5EF4-FFF2-40B4-BE49-F238E27FC236}">
                    <a16:creationId xmlns:a16="http://schemas.microsoft.com/office/drawing/2014/main" id="{5AC64730-1587-4B70-D8FD-BA8580B59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4" name="Line 65">
                <a:extLst>
                  <a:ext uri="{FF2B5EF4-FFF2-40B4-BE49-F238E27FC236}">
                    <a16:creationId xmlns:a16="http://schemas.microsoft.com/office/drawing/2014/main" id="{D1B0554C-A5F4-48BD-98F8-1DB7957A81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5" name="Line 66">
                <a:extLst>
                  <a:ext uri="{FF2B5EF4-FFF2-40B4-BE49-F238E27FC236}">
                    <a16:creationId xmlns:a16="http://schemas.microsoft.com/office/drawing/2014/main" id="{AA66522E-C85E-7F25-09A3-CEB96CACD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0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7" name="Line 67">
                <a:extLst>
                  <a:ext uri="{FF2B5EF4-FFF2-40B4-BE49-F238E27FC236}">
                    <a16:creationId xmlns:a16="http://schemas.microsoft.com/office/drawing/2014/main" id="{0869271F-A462-D61B-3E1B-9CB366335C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4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Line 68">
                <a:extLst>
                  <a:ext uri="{FF2B5EF4-FFF2-40B4-BE49-F238E27FC236}">
                    <a16:creationId xmlns:a16="http://schemas.microsoft.com/office/drawing/2014/main" id="{4C539136-94B0-4C94-3F18-E132A169C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8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Line 69">
                <a:extLst>
                  <a:ext uri="{FF2B5EF4-FFF2-40B4-BE49-F238E27FC236}">
                    <a16:creationId xmlns:a16="http://schemas.microsoft.com/office/drawing/2014/main" id="{C3659DBE-42DB-4D2F-CB0A-3509B9514A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12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0" name="Group 70">
              <a:extLst>
                <a:ext uri="{FF2B5EF4-FFF2-40B4-BE49-F238E27FC236}">
                  <a16:creationId xmlns:a16="http://schemas.microsoft.com/office/drawing/2014/main" id="{911532F9-248A-6C6A-E3C5-F8D022855D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51569" y="2553070"/>
              <a:ext cx="4572000" cy="685800"/>
              <a:chOff x="1776" y="1656"/>
              <a:chExt cx="2880" cy="432"/>
            </a:xfrm>
          </p:grpSpPr>
          <p:sp>
            <p:nvSpPr>
              <p:cNvPr id="1031" name="Line 71">
                <a:extLst>
                  <a:ext uri="{FF2B5EF4-FFF2-40B4-BE49-F238E27FC236}">
                    <a16:creationId xmlns:a16="http://schemas.microsoft.com/office/drawing/2014/main" id="{D0D83D2C-83CB-FE6A-0B36-36B0A26F2E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6" y="1656"/>
                <a:ext cx="28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2" name="Line 72">
                <a:extLst>
                  <a:ext uri="{FF2B5EF4-FFF2-40B4-BE49-F238E27FC236}">
                    <a16:creationId xmlns:a16="http://schemas.microsoft.com/office/drawing/2014/main" id="{4C064285-B60C-125E-803A-893473FD82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6" y="1800"/>
                <a:ext cx="28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3" name="Line 73">
                <a:extLst>
                  <a:ext uri="{FF2B5EF4-FFF2-40B4-BE49-F238E27FC236}">
                    <a16:creationId xmlns:a16="http://schemas.microsoft.com/office/drawing/2014/main" id="{5501AD24-4A15-2E63-974A-8C3D77AAE4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6" y="1944"/>
                <a:ext cx="28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4" name="Line 74">
                <a:extLst>
                  <a:ext uri="{FF2B5EF4-FFF2-40B4-BE49-F238E27FC236}">
                    <a16:creationId xmlns:a16="http://schemas.microsoft.com/office/drawing/2014/main" id="{BC0FB371-62FC-1106-5E9B-7B96F9CCD6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6" y="2088"/>
                <a:ext cx="28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35" name="Group 75">
              <a:extLst>
                <a:ext uri="{FF2B5EF4-FFF2-40B4-BE49-F238E27FC236}">
                  <a16:creationId xmlns:a16="http://schemas.microsoft.com/office/drawing/2014/main" id="{0117C7E2-7AC5-1436-AC8C-B65A1E4E88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869" y="4664445"/>
              <a:ext cx="4343400" cy="914400"/>
              <a:chOff x="1848" y="3168"/>
              <a:chExt cx="2736" cy="576"/>
            </a:xfrm>
          </p:grpSpPr>
          <p:sp>
            <p:nvSpPr>
              <p:cNvPr id="1036" name="Line 76">
                <a:extLst>
                  <a:ext uri="{FF2B5EF4-FFF2-40B4-BE49-F238E27FC236}">
                    <a16:creationId xmlns:a16="http://schemas.microsoft.com/office/drawing/2014/main" id="{C226CF4B-089A-DF32-905F-DBFC037D2A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8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Line 77">
                <a:extLst>
                  <a:ext uri="{FF2B5EF4-FFF2-40B4-BE49-F238E27FC236}">
                    <a16:creationId xmlns:a16="http://schemas.microsoft.com/office/drawing/2014/main" id="{66FB7203-3F41-7092-D6E4-29FCE33CBD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2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8" name="Line 78">
                <a:extLst>
                  <a:ext uri="{FF2B5EF4-FFF2-40B4-BE49-F238E27FC236}">
                    <a16:creationId xmlns:a16="http://schemas.microsoft.com/office/drawing/2014/main" id="{0DCFC710-64C6-6248-E965-78C3CF9362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36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9" name="Line 79">
                <a:extLst>
                  <a:ext uri="{FF2B5EF4-FFF2-40B4-BE49-F238E27FC236}">
                    <a16:creationId xmlns:a16="http://schemas.microsoft.com/office/drawing/2014/main" id="{1771EA87-F561-FBD6-33D9-F8B3923DE2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0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0" name="Line 80">
                <a:extLst>
                  <a:ext uri="{FF2B5EF4-FFF2-40B4-BE49-F238E27FC236}">
                    <a16:creationId xmlns:a16="http://schemas.microsoft.com/office/drawing/2014/main" id="{B5298079-A956-6989-6BAD-F6129E154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4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1" name="Line 81">
                <a:extLst>
                  <a:ext uri="{FF2B5EF4-FFF2-40B4-BE49-F238E27FC236}">
                    <a16:creationId xmlns:a16="http://schemas.microsoft.com/office/drawing/2014/main" id="{4BAB5EC6-9F4C-496C-294F-3E147C341F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8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Line 82">
                <a:extLst>
                  <a:ext uri="{FF2B5EF4-FFF2-40B4-BE49-F238E27FC236}">
                    <a16:creationId xmlns:a16="http://schemas.microsoft.com/office/drawing/2014/main" id="{4FDB19FE-A152-93A8-CC6D-1AC65EC775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12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Line 83">
                <a:extLst>
                  <a:ext uri="{FF2B5EF4-FFF2-40B4-BE49-F238E27FC236}">
                    <a16:creationId xmlns:a16="http://schemas.microsoft.com/office/drawing/2014/main" id="{D5305FC1-47D4-056F-D2DA-C37CD49EEC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56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Line 84">
                <a:extLst>
                  <a:ext uri="{FF2B5EF4-FFF2-40B4-BE49-F238E27FC236}">
                    <a16:creationId xmlns:a16="http://schemas.microsoft.com/office/drawing/2014/main" id="{B69740AE-F5C1-BD27-52A7-7D75C73E52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0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5" name="Line 85">
                <a:extLst>
                  <a:ext uri="{FF2B5EF4-FFF2-40B4-BE49-F238E27FC236}">
                    <a16:creationId xmlns:a16="http://schemas.microsoft.com/office/drawing/2014/main" id="{220E8228-B0F8-03CC-5D9B-00B85FC78F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4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6" name="Line 86">
                <a:extLst>
                  <a:ext uri="{FF2B5EF4-FFF2-40B4-BE49-F238E27FC236}">
                    <a16:creationId xmlns:a16="http://schemas.microsoft.com/office/drawing/2014/main" id="{3D78DB13-F364-FA88-AA6E-4487833DD3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8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7" name="Line 87">
                <a:extLst>
                  <a:ext uri="{FF2B5EF4-FFF2-40B4-BE49-F238E27FC236}">
                    <a16:creationId xmlns:a16="http://schemas.microsoft.com/office/drawing/2014/main" id="{9B9B950A-9ED4-854A-56DA-6F75A46375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2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8" name="Line 88">
                <a:extLst>
                  <a:ext uri="{FF2B5EF4-FFF2-40B4-BE49-F238E27FC236}">
                    <a16:creationId xmlns:a16="http://schemas.microsoft.com/office/drawing/2014/main" id="{CC6AE571-1360-5FA9-5D95-CDECF9291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6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" name="Line 89">
                <a:extLst>
                  <a:ext uri="{FF2B5EF4-FFF2-40B4-BE49-F238E27FC236}">
                    <a16:creationId xmlns:a16="http://schemas.microsoft.com/office/drawing/2014/main" id="{CE4ADAF7-D76B-F37E-8329-63FA2A32AD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20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Line 90">
                <a:extLst>
                  <a:ext uri="{FF2B5EF4-FFF2-40B4-BE49-F238E27FC236}">
                    <a16:creationId xmlns:a16="http://schemas.microsoft.com/office/drawing/2014/main" id="{36B5B1A0-9C6A-7DF8-1868-40BCC942C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4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Line 91">
                <a:extLst>
                  <a:ext uri="{FF2B5EF4-FFF2-40B4-BE49-F238E27FC236}">
                    <a16:creationId xmlns:a16="http://schemas.microsoft.com/office/drawing/2014/main" id="{D0AB5FC1-8FBF-3F8F-37BC-81D58740BB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08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Line 92">
                <a:extLst>
                  <a:ext uri="{FF2B5EF4-FFF2-40B4-BE49-F238E27FC236}">
                    <a16:creationId xmlns:a16="http://schemas.microsoft.com/office/drawing/2014/main" id="{E4AE05A1-DC88-2D1D-9084-8E7C63270D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52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" name="Line 93">
                <a:extLst>
                  <a:ext uri="{FF2B5EF4-FFF2-40B4-BE49-F238E27FC236}">
                    <a16:creationId xmlns:a16="http://schemas.microsoft.com/office/drawing/2014/main" id="{E79685F6-3E2B-E1F1-AA23-87B9D74B1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6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" name="Line 94">
                <a:extLst>
                  <a:ext uri="{FF2B5EF4-FFF2-40B4-BE49-F238E27FC236}">
                    <a16:creationId xmlns:a16="http://schemas.microsoft.com/office/drawing/2014/main" id="{64F92CBC-D748-962A-11C6-5977139D7E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40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5" name="Line 95">
                <a:extLst>
                  <a:ext uri="{FF2B5EF4-FFF2-40B4-BE49-F238E27FC236}">
                    <a16:creationId xmlns:a16="http://schemas.microsoft.com/office/drawing/2014/main" id="{40AFA4C9-0B1E-68E6-8167-E8BB3AEA6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168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56" name="Group 100">
              <a:extLst>
                <a:ext uri="{FF2B5EF4-FFF2-40B4-BE49-F238E27FC236}">
                  <a16:creationId xmlns:a16="http://schemas.microsoft.com/office/drawing/2014/main" id="{D77920D8-8804-483E-E76E-420067A5AA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85169" y="1632322"/>
              <a:ext cx="2438400" cy="523876"/>
              <a:chOff x="3648" y="266"/>
              <a:chExt cx="1536" cy="330"/>
            </a:xfrm>
          </p:grpSpPr>
          <p:sp>
            <p:nvSpPr>
              <p:cNvPr id="1057" name="Text Box 101">
                <a:extLst>
                  <a:ext uri="{FF2B5EF4-FFF2-40B4-BE49-F238E27FC236}">
                    <a16:creationId xmlns:a16="http://schemas.microsoft.com/office/drawing/2014/main" id="{A2646E31-C242-E8CD-6494-ED439DCA93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48" y="266"/>
                <a:ext cx="767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4 users</a:t>
                </a:r>
                <a:endParaRPr kumimoji="0" lang="fr-FR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8" name="Rectangle 102">
                <a:extLst>
                  <a:ext uri="{FF2B5EF4-FFF2-40B4-BE49-F238E27FC236}">
                    <a16:creationId xmlns:a16="http://schemas.microsoft.com/office/drawing/2014/main" id="{5AEB2ECE-5FF1-9FB0-9A2B-1F18BB81C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352"/>
                <a:ext cx="144" cy="144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9" name="Rectangle 103">
                <a:extLst>
                  <a:ext uri="{FF2B5EF4-FFF2-40B4-BE49-F238E27FC236}">
                    <a16:creationId xmlns:a16="http://schemas.microsoft.com/office/drawing/2014/main" id="{1F69C234-C025-D2DD-332B-A508B8424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352"/>
                <a:ext cx="144" cy="144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60" name="Rectangle 104">
                <a:extLst>
                  <a:ext uri="{FF2B5EF4-FFF2-40B4-BE49-F238E27FC236}">
                    <a16:creationId xmlns:a16="http://schemas.microsoft.com/office/drawing/2014/main" id="{D3969235-EA7F-3ED9-C2A8-569C1D309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352"/>
                <a:ext cx="144" cy="144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61" name="Rectangle 105">
                <a:extLst>
                  <a:ext uri="{FF2B5EF4-FFF2-40B4-BE49-F238E27FC236}">
                    <a16:creationId xmlns:a16="http://schemas.microsoft.com/office/drawing/2014/main" id="{C1D7617A-68E6-B3BB-CCD4-79CCFBE23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352"/>
                <a:ext cx="144" cy="144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559832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CB30D3-CA31-13F4-BD4D-408A1BFC5F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 transfer: Two broad approaches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035DAC7-D7EB-2D23-C502-7341FB513D2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/>
          <a:lstStyle/>
          <a:p>
            <a:pPr marL="0" indent="0">
              <a:buNone/>
            </a:pPr>
            <a:r>
              <a:rPr lang="en-US" b="1" dirty="0">
                <a:solidFill>
                  <a:srgbClr val="0070C0"/>
                </a:solidFill>
              </a:rPr>
              <a:t>2- Packet switching: store-and-forward</a:t>
            </a:r>
          </a:p>
          <a:p>
            <a:r>
              <a:rPr lang="en-US" dirty="0"/>
              <a:t>hosts break messages into </a:t>
            </a:r>
            <a:r>
              <a:rPr lang="en-US" b="1" dirty="0"/>
              <a:t>packets</a:t>
            </a:r>
            <a:endParaRPr lang="en-US" dirty="0"/>
          </a:p>
          <a:p>
            <a:r>
              <a:rPr lang="en-US" dirty="0"/>
              <a:t>packets are </a:t>
            </a:r>
            <a:r>
              <a:rPr lang="en-US" i="1" dirty="0"/>
              <a:t>stored and forwarded </a:t>
            </a:r>
            <a:r>
              <a:rPr lang="en-US" dirty="0"/>
              <a:t>one at a time </a:t>
            </a:r>
            <a:r>
              <a:rPr lang="en-US" sz="2400" dirty="0"/>
              <a:t>(e.g., first-in, first-out)</a:t>
            </a:r>
            <a:endParaRPr lang="en-US" dirty="0"/>
          </a:p>
          <a:p>
            <a:r>
              <a:rPr lang="en-US" dirty="0"/>
              <a:t>no resource reservation; no pre-defined route to destination </a:t>
            </a:r>
          </a:p>
          <a:p>
            <a:r>
              <a:rPr lang="en-US" dirty="0"/>
              <a:t>no performance guarantees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A649934-F097-AD6F-7CF2-05E663267460}"/>
              </a:ext>
            </a:extLst>
          </p:cNvPr>
          <p:cNvSpPr txBox="1"/>
          <p:nvPr/>
        </p:nvSpPr>
        <p:spPr>
          <a:xfrm>
            <a:off x="2767633" y="5976908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7" name="Group 41">
            <a:extLst>
              <a:ext uri="{FF2B5EF4-FFF2-40B4-BE49-F238E27FC236}">
                <a16:creationId xmlns:a16="http://schemas.microsoft.com/office/drawing/2014/main" id="{C86EB055-1118-D60E-E3BC-CF15376DD157}"/>
              </a:ext>
            </a:extLst>
          </p:cNvPr>
          <p:cNvGrpSpPr>
            <a:grpSpLocks/>
          </p:cNvGrpSpPr>
          <p:nvPr/>
        </p:nvGrpSpPr>
        <p:grpSpPr bwMode="auto">
          <a:xfrm>
            <a:off x="3590484" y="6035988"/>
            <a:ext cx="1074738" cy="450508"/>
            <a:chOff x="1816230" y="6118900"/>
            <a:chExt cx="1843339" cy="739100"/>
          </a:xfrm>
        </p:grpSpPr>
        <p:pic>
          <p:nvPicPr>
            <p:cNvPr id="8" name="Picture 8">
              <a:extLst>
                <a:ext uri="{FF2B5EF4-FFF2-40B4-BE49-F238E27FC236}">
                  <a16:creationId xmlns:a16="http://schemas.microsoft.com/office/drawing/2014/main" id="{338F39C5-25DF-BC1D-DB20-DB0EC5FA81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EEA2D6BE-E139-9747-B599-4DDACA24C8D0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10" name="Straight Connector 42">
            <a:extLst>
              <a:ext uri="{FF2B5EF4-FFF2-40B4-BE49-F238E27FC236}">
                <a16:creationId xmlns:a16="http://schemas.microsoft.com/office/drawing/2014/main" id="{E3B9ED88-6215-E44D-D565-9DB5DDD3E6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554096" y="6172171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1" name="Group 43">
            <a:extLst>
              <a:ext uri="{FF2B5EF4-FFF2-40B4-BE49-F238E27FC236}">
                <a16:creationId xmlns:a16="http://schemas.microsoft.com/office/drawing/2014/main" id="{C5D5F2E7-233B-1F51-D047-9CC53041A61A}"/>
              </a:ext>
            </a:extLst>
          </p:cNvPr>
          <p:cNvGrpSpPr>
            <a:grpSpLocks/>
          </p:cNvGrpSpPr>
          <p:nvPr/>
        </p:nvGrpSpPr>
        <p:grpSpPr bwMode="auto">
          <a:xfrm>
            <a:off x="5900296" y="5984846"/>
            <a:ext cx="1162050" cy="465167"/>
            <a:chOff x="5142253" y="5649031"/>
            <a:chExt cx="1431675" cy="842287"/>
          </a:xfrm>
        </p:grpSpPr>
        <p:grpSp>
          <p:nvGrpSpPr>
            <p:cNvPr id="12" name="Group 92">
              <a:extLst>
                <a:ext uri="{FF2B5EF4-FFF2-40B4-BE49-F238E27FC236}">
                  <a16:creationId xmlns:a16="http://schemas.microsoft.com/office/drawing/2014/main" id="{A38C21A4-3C3D-D7AD-FD06-5EC3BF7848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31"/>
              <a:ext cx="1426657" cy="842287"/>
              <a:chOff x="4981575" y="5851549"/>
              <a:chExt cx="1426657" cy="842287"/>
            </a:xfrm>
          </p:grpSpPr>
          <p:pic>
            <p:nvPicPr>
              <p:cNvPr id="15" name="Picture 95">
                <a:extLst>
                  <a:ext uri="{FF2B5EF4-FFF2-40B4-BE49-F238E27FC236}">
                    <a16:creationId xmlns:a16="http://schemas.microsoft.com/office/drawing/2014/main" id="{4DAC1988-8D2F-7C9C-5B70-C10E0366DE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" name="Rectangle 96">
                <a:extLst>
                  <a:ext uri="{FF2B5EF4-FFF2-40B4-BE49-F238E27FC236}">
                    <a16:creationId xmlns:a16="http://schemas.microsoft.com/office/drawing/2014/main" id="{D82CAB9A-C107-50CB-9443-F58A9F0C5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7" name="Rectangle 97">
                <a:extLst>
                  <a:ext uri="{FF2B5EF4-FFF2-40B4-BE49-F238E27FC236}">
                    <a16:creationId xmlns:a16="http://schemas.microsoft.com/office/drawing/2014/main" id="{D3B05E5B-559A-EE4D-265E-FA27453D3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8" name="Oval 98">
                <a:extLst>
                  <a:ext uri="{FF2B5EF4-FFF2-40B4-BE49-F238E27FC236}">
                    <a16:creationId xmlns:a16="http://schemas.microsoft.com/office/drawing/2014/main" id="{4AF12CC4-E6C6-C5A3-8780-E5EB84F45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0248" y="5851549"/>
                <a:ext cx="1417984" cy="84228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+mn-cs"/>
                  </a:rPr>
                  <a:t>router</a:t>
                </a:r>
              </a:p>
            </p:txBody>
          </p:sp>
        </p:grpSp>
        <p:sp>
          <p:nvSpPr>
            <p:cNvPr id="13" name="Rectangle 93">
              <a:extLst>
                <a:ext uri="{FF2B5EF4-FFF2-40B4-BE49-F238E27FC236}">
                  <a16:creationId xmlns:a16="http://schemas.microsoft.com/office/drawing/2014/main" id="{B1163824-3177-684D-09AD-3FA5EF76B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" name="Rectangle 94">
              <a:extLst>
                <a:ext uri="{FF2B5EF4-FFF2-40B4-BE49-F238E27FC236}">
                  <a16:creationId xmlns:a16="http://schemas.microsoft.com/office/drawing/2014/main" id="{8F049ED8-8202-E0A2-2F4A-43BC89AD6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9" name="Group 44">
            <a:extLst>
              <a:ext uri="{FF2B5EF4-FFF2-40B4-BE49-F238E27FC236}">
                <a16:creationId xmlns:a16="http://schemas.microsoft.com/office/drawing/2014/main" id="{EE276BAB-B93A-B3AE-EF27-35A0CAB6F22A}"/>
              </a:ext>
            </a:extLst>
          </p:cNvPr>
          <p:cNvGrpSpPr>
            <a:grpSpLocks/>
          </p:cNvGrpSpPr>
          <p:nvPr/>
        </p:nvGrpSpPr>
        <p:grpSpPr bwMode="auto">
          <a:xfrm>
            <a:off x="5854258" y="4905346"/>
            <a:ext cx="1092200" cy="303212"/>
            <a:chOff x="5128542" y="4838701"/>
            <a:chExt cx="1300833" cy="530211"/>
          </a:xfrm>
        </p:grpSpPr>
        <p:pic>
          <p:nvPicPr>
            <p:cNvPr id="20" name="Picture 2">
              <a:extLst>
                <a:ext uri="{FF2B5EF4-FFF2-40B4-BE49-F238E27FC236}">
                  <a16:creationId xmlns:a16="http://schemas.microsoft.com/office/drawing/2014/main" id="{2AFB8479-CBC2-8D26-4934-1364E609D9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Rectangle 90">
              <a:extLst>
                <a:ext uri="{FF2B5EF4-FFF2-40B4-BE49-F238E27FC236}">
                  <a16:creationId xmlns:a16="http://schemas.microsoft.com/office/drawing/2014/main" id="{251FC02C-56EB-3937-E1EE-8729D72B0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2" name="Rectangle 91">
              <a:extLst>
                <a:ext uri="{FF2B5EF4-FFF2-40B4-BE49-F238E27FC236}">
                  <a16:creationId xmlns:a16="http://schemas.microsoft.com/office/drawing/2014/main" id="{09293715-5656-1F10-93E3-D0E7E2012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23" name="Group 45">
            <a:extLst>
              <a:ext uri="{FF2B5EF4-FFF2-40B4-BE49-F238E27FC236}">
                <a16:creationId xmlns:a16="http://schemas.microsoft.com/office/drawing/2014/main" id="{27D7A52D-3B2F-2DED-CB7F-5E1ED5AB3DA1}"/>
              </a:ext>
            </a:extLst>
          </p:cNvPr>
          <p:cNvGrpSpPr>
            <a:grpSpLocks/>
          </p:cNvGrpSpPr>
          <p:nvPr/>
        </p:nvGrpSpPr>
        <p:grpSpPr bwMode="auto">
          <a:xfrm>
            <a:off x="3771458" y="4568005"/>
            <a:ext cx="1092200" cy="656427"/>
            <a:chOff x="2387973" y="4309243"/>
            <a:chExt cx="1771787" cy="1282262"/>
          </a:xfrm>
        </p:grpSpPr>
        <p:pic>
          <p:nvPicPr>
            <p:cNvPr id="24" name="Picture 9">
              <a:extLst>
                <a:ext uri="{FF2B5EF4-FFF2-40B4-BE49-F238E27FC236}">
                  <a16:creationId xmlns:a16="http://schemas.microsoft.com/office/drawing/2014/main" id="{6CDD989D-122F-ADD8-DA43-B1429DF8AE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7AE581ED-1BFC-C59F-B7D3-D0F89856EF86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46F6736D-37F5-5DD0-1ACE-33E22E48F0DB}"/>
              </a:ext>
            </a:extLst>
          </p:cNvPr>
          <p:cNvSpPr txBox="1"/>
          <p:nvPr/>
        </p:nvSpPr>
        <p:spPr>
          <a:xfrm>
            <a:off x="4912871" y="6205508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27" name="Straight Connector 47">
            <a:extLst>
              <a:ext uri="{FF2B5EF4-FFF2-40B4-BE49-F238E27FC236}">
                <a16:creationId xmlns:a16="http://schemas.microsoft.com/office/drawing/2014/main" id="{5D7B5FB0-AAD6-74A3-E599-64B330ECECF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44871" y="6176933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8" name="Group 100">
            <a:extLst>
              <a:ext uri="{FF2B5EF4-FFF2-40B4-BE49-F238E27FC236}">
                <a16:creationId xmlns:a16="http://schemas.microsoft.com/office/drawing/2014/main" id="{C10AE30B-A62F-DC30-31CB-C6D0BD020F81}"/>
              </a:ext>
            </a:extLst>
          </p:cNvPr>
          <p:cNvGrpSpPr>
            <a:grpSpLocks/>
          </p:cNvGrpSpPr>
          <p:nvPr/>
        </p:nvGrpSpPr>
        <p:grpSpPr bwMode="auto">
          <a:xfrm>
            <a:off x="7922771" y="5368896"/>
            <a:ext cx="1477962" cy="1284287"/>
            <a:chOff x="-44" y="1473"/>
            <a:chExt cx="981" cy="1105"/>
          </a:xfrm>
        </p:grpSpPr>
        <p:pic>
          <p:nvPicPr>
            <p:cNvPr id="29" name="Picture 101" descr="desktop_computer_stylized_medium">
              <a:extLst>
                <a:ext uri="{FF2B5EF4-FFF2-40B4-BE49-F238E27FC236}">
                  <a16:creationId xmlns:a16="http://schemas.microsoft.com/office/drawing/2014/main" id="{110C8F33-6A3E-9434-1CED-0AF91B2F19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C243D329-90A2-841B-60BD-07F316DDBA8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CD093151-5433-C943-B5EC-8330B12524F7}"/>
              </a:ext>
            </a:extLst>
          </p:cNvPr>
          <p:cNvSpPr txBox="1"/>
          <p:nvPr/>
        </p:nvSpPr>
        <p:spPr>
          <a:xfrm>
            <a:off x="9405496" y="5982733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TextBox 52">
            <a:extLst>
              <a:ext uri="{FF2B5EF4-FFF2-40B4-BE49-F238E27FC236}">
                <a16:creationId xmlns:a16="http://schemas.microsoft.com/office/drawing/2014/main" id="{BC1087C4-6BA0-8AF0-DC5A-F4079B50A1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121" y="5872133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33" name="TextBox 53">
            <a:extLst>
              <a:ext uri="{FF2B5EF4-FFF2-40B4-BE49-F238E27FC236}">
                <a16:creationId xmlns:a16="http://schemas.microsoft.com/office/drawing/2014/main" id="{472A537C-AFD8-6426-17F3-367E96ED6A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6271" y="5878483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34" name="TextBox 54">
            <a:extLst>
              <a:ext uri="{FF2B5EF4-FFF2-40B4-BE49-F238E27FC236}">
                <a16:creationId xmlns:a16="http://schemas.microsoft.com/office/drawing/2014/main" id="{BBD3C7CA-A356-7F7C-369C-7ED7E76A1B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8946" y="5875308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35" name="Group 55">
            <a:extLst>
              <a:ext uri="{FF2B5EF4-FFF2-40B4-BE49-F238E27FC236}">
                <a16:creationId xmlns:a16="http://schemas.microsoft.com/office/drawing/2014/main" id="{71C47C59-7219-7A1F-D24D-431BBEAC8C38}"/>
              </a:ext>
            </a:extLst>
          </p:cNvPr>
          <p:cNvGrpSpPr>
            <a:grpSpLocks/>
          </p:cNvGrpSpPr>
          <p:nvPr/>
        </p:nvGrpSpPr>
        <p:grpSpPr bwMode="auto">
          <a:xfrm>
            <a:off x="3722246" y="5170458"/>
            <a:ext cx="2935287" cy="841375"/>
            <a:chOff x="593766" y="5264055"/>
            <a:chExt cx="3597129" cy="1011695"/>
          </a:xfrm>
        </p:grpSpPr>
        <p:grpSp>
          <p:nvGrpSpPr>
            <p:cNvPr id="36" name="Group 56">
              <a:extLst>
                <a:ext uri="{FF2B5EF4-FFF2-40B4-BE49-F238E27FC236}">
                  <a16:creationId xmlns:a16="http://schemas.microsoft.com/office/drawing/2014/main" id="{39079178-4FA9-9822-F5EC-86E4EBAE3E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57" name="Rectangle 77">
                <a:extLst>
                  <a:ext uri="{FF2B5EF4-FFF2-40B4-BE49-F238E27FC236}">
                    <a16:creationId xmlns:a16="http://schemas.microsoft.com/office/drawing/2014/main" id="{2761E058-94B3-B438-4228-392659607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8" name="Freeform 57">
                <a:extLst>
                  <a:ext uri="{FF2B5EF4-FFF2-40B4-BE49-F238E27FC236}">
                    <a16:creationId xmlns:a16="http://schemas.microsoft.com/office/drawing/2014/main" id="{CE6886B7-D231-224B-1A6C-6F0BE9896A45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02AE5DA1-EEBC-5D04-AACD-F4929CB818E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2321A994-F0DC-54B0-D3EC-4F0B9AD035A2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1" name="Straight Connector 81">
                <a:extLst>
                  <a:ext uri="{FF2B5EF4-FFF2-40B4-BE49-F238E27FC236}">
                    <a16:creationId xmlns:a16="http://schemas.microsoft.com/office/drawing/2014/main" id="{9A1CB49A-F3DE-7B2F-BBEC-5C491B25AFF5}"/>
                  </a:ext>
                </a:extLst>
              </p:cNvPr>
              <p:cNvCxnSpPr>
                <a:cxnSpLocks noChangeShapeType="1"/>
                <a:stCxn id="60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" name="Straight Connector 82">
                <a:extLst>
                  <a:ext uri="{FF2B5EF4-FFF2-40B4-BE49-F238E27FC236}">
                    <a16:creationId xmlns:a16="http://schemas.microsoft.com/office/drawing/2014/main" id="{E9239356-464A-DE9F-E8B1-84CEAAEC75CC}"/>
                  </a:ext>
                </a:extLst>
              </p:cNvPr>
              <p:cNvCxnSpPr>
                <a:cxnSpLocks noChangeShapeType="1"/>
                <a:endCxn id="60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3" name="Straight Connector 83">
                <a:extLst>
                  <a:ext uri="{FF2B5EF4-FFF2-40B4-BE49-F238E27FC236}">
                    <a16:creationId xmlns:a16="http://schemas.microsoft.com/office/drawing/2014/main" id="{5C3DC9CA-EBD4-B84C-96F4-AF10043EF3E2}"/>
                  </a:ext>
                </a:extLst>
              </p:cNvPr>
              <p:cNvCxnSpPr>
                <a:cxnSpLocks noChangeShapeType="1"/>
                <a:endCxn id="60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4" name="Straight Connector 84">
                <a:extLst>
                  <a:ext uri="{FF2B5EF4-FFF2-40B4-BE49-F238E27FC236}">
                    <a16:creationId xmlns:a16="http://schemas.microsoft.com/office/drawing/2014/main" id="{E4AB8D3D-2A46-BC84-8F46-6C2F794C087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7" name="Group 57">
              <a:extLst>
                <a:ext uri="{FF2B5EF4-FFF2-40B4-BE49-F238E27FC236}">
                  <a16:creationId xmlns:a16="http://schemas.microsoft.com/office/drawing/2014/main" id="{71D04794-D351-130E-F249-E287F11F36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6EAF7AA9-9152-0C87-9CB0-50355FD91290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" name="Freeform 49">
                <a:extLst>
                  <a:ext uri="{FF2B5EF4-FFF2-40B4-BE49-F238E27FC236}">
                    <a16:creationId xmlns:a16="http://schemas.microsoft.com/office/drawing/2014/main" id="{ECCB79D2-06D4-8323-B9FF-6DA029330426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" name="Rectangle 71">
                <a:extLst>
                  <a:ext uri="{FF2B5EF4-FFF2-40B4-BE49-F238E27FC236}">
                    <a16:creationId xmlns:a16="http://schemas.microsoft.com/office/drawing/2014/main" id="{54C3C0C3-92AC-D49E-1819-88C92725F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773C28D6-3504-F736-CEC5-EB62424C31C7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53" name="Straight Connector 73">
                <a:extLst>
                  <a:ext uri="{FF2B5EF4-FFF2-40B4-BE49-F238E27FC236}">
                    <a16:creationId xmlns:a16="http://schemas.microsoft.com/office/drawing/2014/main" id="{A72B8B08-516D-83B7-D640-33DB10A49690}"/>
                  </a:ext>
                </a:extLst>
              </p:cNvPr>
              <p:cNvCxnSpPr>
                <a:cxnSpLocks noChangeShapeType="1"/>
                <a:stCxn id="52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4" name="Straight Connector 74">
                <a:extLst>
                  <a:ext uri="{FF2B5EF4-FFF2-40B4-BE49-F238E27FC236}">
                    <a16:creationId xmlns:a16="http://schemas.microsoft.com/office/drawing/2014/main" id="{F43F5154-D95E-1120-C91F-D1A9A2D2FEC0}"/>
                  </a:ext>
                </a:extLst>
              </p:cNvPr>
              <p:cNvCxnSpPr>
                <a:cxnSpLocks noChangeShapeType="1"/>
                <a:endCxn id="52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5" name="Straight Connector 75">
                <a:extLst>
                  <a:ext uri="{FF2B5EF4-FFF2-40B4-BE49-F238E27FC236}">
                    <a16:creationId xmlns:a16="http://schemas.microsoft.com/office/drawing/2014/main" id="{6609C7B6-D4A0-294A-F173-6D5C92BDFD6B}"/>
                  </a:ext>
                </a:extLst>
              </p:cNvPr>
              <p:cNvCxnSpPr>
                <a:cxnSpLocks noChangeShapeType="1"/>
                <a:endCxn id="52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6" name="Straight Connector 76">
                <a:extLst>
                  <a:ext uri="{FF2B5EF4-FFF2-40B4-BE49-F238E27FC236}">
                    <a16:creationId xmlns:a16="http://schemas.microsoft.com/office/drawing/2014/main" id="{F124A505-848A-6298-CF70-23491F4F93A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" name="Group 58">
              <a:extLst>
                <a:ext uri="{FF2B5EF4-FFF2-40B4-BE49-F238E27FC236}">
                  <a16:creationId xmlns:a16="http://schemas.microsoft.com/office/drawing/2014/main" id="{7762B80D-6101-E867-7115-C5CC46FE40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4EF593E3-8CA0-D155-37F8-DFD4FA3C873F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9D4E437F-0150-DE30-A659-D96F36D5851F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" name="Rectangle 68">
                <a:extLst>
                  <a:ext uri="{FF2B5EF4-FFF2-40B4-BE49-F238E27FC236}">
                    <a16:creationId xmlns:a16="http://schemas.microsoft.com/office/drawing/2014/main" id="{91585EC6-4B55-592E-D7C5-896270BA5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Rectangle 59">
              <a:extLst>
                <a:ext uri="{FF2B5EF4-FFF2-40B4-BE49-F238E27FC236}">
                  <a16:creationId xmlns:a16="http://schemas.microsoft.com/office/drawing/2014/main" id="{C00AC233-64F6-6560-A44F-92ADFB8D6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" name="Right Arrow 60">
              <a:extLst>
                <a:ext uri="{FF2B5EF4-FFF2-40B4-BE49-F238E27FC236}">
                  <a16:creationId xmlns:a16="http://schemas.microsoft.com/office/drawing/2014/main" id="{84E4CE2F-3F91-72C5-026F-E73DA6FD2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41" name="Group 61">
              <a:extLst>
                <a:ext uri="{FF2B5EF4-FFF2-40B4-BE49-F238E27FC236}">
                  <a16:creationId xmlns:a16="http://schemas.microsoft.com/office/drawing/2014/main" id="{E4AEBD25-F20A-35BB-AC8B-1D1CD2C79D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68588B40-A6A8-0D2B-AF83-3B525849CFBE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80FB81E3-67A6-805E-A93C-4351113C8C3B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" name="Rectangle 65">
                <a:extLst>
                  <a:ext uri="{FF2B5EF4-FFF2-40B4-BE49-F238E27FC236}">
                    <a16:creationId xmlns:a16="http://schemas.microsoft.com/office/drawing/2014/main" id="{6F83019F-1716-2F37-117E-825FAB4B9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2" name="Right Arrow 62">
              <a:extLst>
                <a:ext uri="{FF2B5EF4-FFF2-40B4-BE49-F238E27FC236}">
                  <a16:creationId xmlns:a16="http://schemas.microsoft.com/office/drawing/2014/main" id="{D868E796-0008-D1F4-DC8C-A67DABD53C9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2B5F13DA-07AA-EE4A-97D6-C1ECAFFCB050}"/>
              </a:ext>
            </a:extLst>
          </p:cNvPr>
          <p:cNvSpPr txBox="1"/>
          <p:nvPr/>
        </p:nvSpPr>
        <p:spPr>
          <a:xfrm>
            <a:off x="2369465" y="5245350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BF87F8D-545A-D9F3-E3D8-D62C9B1A50E1}"/>
              </a:ext>
            </a:extLst>
          </p:cNvPr>
          <p:cNvSpPr txBox="1"/>
          <p:nvPr/>
        </p:nvSpPr>
        <p:spPr>
          <a:xfrm>
            <a:off x="7311583" y="6195983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</p:spTree>
    <p:extLst>
      <p:ext uri="{BB962C8B-B14F-4D97-AF65-F5344CB8AC3E}">
        <p14:creationId xmlns:p14="http://schemas.microsoft.com/office/powerpoint/2010/main" val="134117817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3EB1697-3035-8E3C-1730-C49BF13295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Circuit switching vs Packet switching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06C52AE-EE96-075A-826B-C7965F01DD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67250"/>
          </a:xfrm>
        </p:spPr>
        <p:txBody>
          <a:bodyPr/>
          <a:lstStyle/>
          <a:p>
            <a:r>
              <a:rPr lang="en-US" dirty="0"/>
              <a:t>1 Gbps link</a:t>
            </a:r>
          </a:p>
          <a:p>
            <a:r>
              <a:rPr lang="en-US" dirty="0"/>
              <a:t>each user:</a:t>
            </a:r>
          </a:p>
          <a:p>
            <a:pPr lvl="1"/>
            <a:r>
              <a:rPr lang="en-US" dirty="0"/>
              <a:t>needs 100 Mbps when "active"</a:t>
            </a:r>
          </a:p>
          <a:p>
            <a:pPr lvl="1"/>
            <a:r>
              <a:rPr lang="en-US" dirty="0"/>
              <a:t>active 10% of time</a:t>
            </a:r>
          </a:p>
          <a:p>
            <a:pPr lvl="1"/>
            <a:endParaRPr lang="en-US" dirty="0"/>
          </a:p>
          <a:p>
            <a:pPr marL="0" indent="0">
              <a:buNone/>
            </a:pPr>
            <a:r>
              <a:rPr lang="en-US" b="1" dirty="0"/>
              <a:t>Q: </a:t>
            </a:r>
            <a:r>
              <a:rPr lang="en-US" dirty="0"/>
              <a:t>How many users can be served using </a:t>
            </a:r>
            <a:r>
              <a:rPr lang="en-US" b="1" dirty="0"/>
              <a:t>circuit switching</a:t>
            </a:r>
            <a:r>
              <a:rPr lang="en-US" dirty="0"/>
              <a:t>?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1E16F1F-B71C-02D9-5AA8-DBF5B7787F47}"/>
              </a:ext>
            </a:extLst>
          </p:cNvPr>
          <p:cNvGrpSpPr/>
          <p:nvPr/>
        </p:nvGrpSpPr>
        <p:grpSpPr>
          <a:xfrm>
            <a:off x="6345528" y="1825625"/>
            <a:ext cx="4284372" cy="1665011"/>
            <a:chOff x="6463839" y="2201136"/>
            <a:chExt cx="5112300" cy="2005013"/>
          </a:xfrm>
        </p:grpSpPr>
        <p:sp>
          <p:nvSpPr>
            <p:cNvPr id="5" name="Line 15">
              <a:extLst>
                <a:ext uri="{FF2B5EF4-FFF2-40B4-BE49-F238E27FC236}">
                  <a16:creationId xmlns:a16="http://schemas.microsoft.com/office/drawing/2014/main" id="{B46CC0DC-CA44-31AE-B015-D1880EE7E4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Line 16">
              <a:extLst>
                <a:ext uri="{FF2B5EF4-FFF2-40B4-BE49-F238E27FC236}">
                  <a16:creationId xmlns:a16="http://schemas.microsoft.com/office/drawing/2014/main" id="{DBC3AAD1-BEC8-81E4-FEF8-658BEF5036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Line 17">
              <a:extLst>
                <a:ext uri="{FF2B5EF4-FFF2-40B4-BE49-F238E27FC236}">
                  <a16:creationId xmlns:a16="http://schemas.microsoft.com/office/drawing/2014/main" id="{D742C6DA-B7D9-4AA8-4B9F-2F51234820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Line 18">
              <a:extLst>
                <a:ext uri="{FF2B5EF4-FFF2-40B4-BE49-F238E27FC236}">
                  <a16:creationId xmlns:a16="http://schemas.microsoft.com/office/drawing/2014/main" id="{216FF966-28E7-0330-A485-83D8C56761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Text Box 19">
              <a:extLst>
                <a:ext uri="{FF2B5EF4-FFF2-40B4-BE49-F238E27FC236}">
                  <a16:creationId xmlns:a16="http://schemas.microsoft.com/office/drawing/2014/main" id="{A1D349CD-647C-B5AA-2E73-AA6967C20A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0" name="Text Box 20">
              <a:extLst>
                <a:ext uri="{FF2B5EF4-FFF2-40B4-BE49-F238E27FC236}">
                  <a16:creationId xmlns:a16="http://schemas.microsoft.com/office/drawing/2014/main" id="{39FB0F63-BE69-3E45-66C3-7F0C37A96A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1" name="Line 47">
              <a:extLst>
                <a:ext uri="{FF2B5EF4-FFF2-40B4-BE49-F238E27FC236}">
                  <a16:creationId xmlns:a16="http://schemas.microsoft.com/office/drawing/2014/main" id="{385D9C43-F49A-0F30-D892-438A44067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34">
              <a:extLst>
                <a:ext uri="{FF2B5EF4-FFF2-40B4-BE49-F238E27FC236}">
                  <a16:creationId xmlns:a16="http://schemas.microsoft.com/office/drawing/2014/main" id="{01E87C83-6571-903F-1C50-1628782707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13" name="Group 37">
              <a:extLst>
                <a:ext uri="{FF2B5EF4-FFF2-40B4-BE49-F238E27FC236}">
                  <a16:creationId xmlns:a16="http://schemas.microsoft.com/office/drawing/2014/main" id="{4F4D8415-E6EF-CA06-A30E-1C63B4F0C5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5" name="Picture 38" descr="desktop_computer_stylized_medium">
                <a:extLst>
                  <a:ext uri="{FF2B5EF4-FFF2-40B4-BE49-F238E27FC236}">
                    <a16:creationId xmlns:a16="http://schemas.microsoft.com/office/drawing/2014/main" id="{C8C5E822-1E77-D2AF-21CF-A28F7E2A3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" name="Freeform 39">
                <a:extLst>
                  <a:ext uri="{FF2B5EF4-FFF2-40B4-BE49-F238E27FC236}">
                    <a16:creationId xmlns:a16="http://schemas.microsoft.com/office/drawing/2014/main" id="{2D8FFFAB-80D8-59B9-3948-DC556D3B78E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" name="Group 40">
              <a:extLst>
                <a:ext uri="{FF2B5EF4-FFF2-40B4-BE49-F238E27FC236}">
                  <a16:creationId xmlns:a16="http://schemas.microsoft.com/office/drawing/2014/main" id="{70A7377E-C129-1320-C510-1B5E9921AD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3" name="Picture 41" descr="desktop_computer_stylized_medium">
                <a:extLst>
                  <a:ext uri="{FF2B5EF4-FFF2-40B4-BE49-F238E27FC236}">
                    <a16:creationId xmlns:a16="http://schemas.microsoft.com/office/drawing/2014/main" id="{D10869E1-666B-3FC1-ECFD-7FBC3D680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" name="Freeform 42">
                <a:extLst>
                  <a:ext uri="{FF2B5EF4-FFF2-40B4-BE49-F238E27FC236}">
                    <a16:creationId xmlns:a16="http://schemas.microsoft.com/office/drawing/2014/main" id="{7D7F48C4-E4CF-DD1F-78DC-4C8EAE6AEDD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3C7DA205-E478-8E2B-5AC9-229F0AC4EF28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1E3122D2-94EB-130D-720F-196AFE757F6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DC5F202C-97A4-B9E7-1BDF-D1819C9209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F6F93E54-D93D-B130-A7B2-0CCEB2B3EA6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3374CA92-AEE4-3738-3325-1306C79A3CD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Freeform 19">
                  <a:extLst>
                    <a:ext uri="{FF2B5EF4-FFF2-40B4-BE49-F238E27FC236}">
                      <a16:creationId xmlns:a16="http://schemas.microsoft.com/office/drawing/2014/main" id="{F815A7E5-10B6-6BEF-9DC5-A10D442DE71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" name="Freeform 20">
                  <a:extLst>
                    <a:ext uri="{FF2B5EF4-FFF2-40B4-BE49-F238E27FC236}">
                      <a16:creationId xmlns:a16="http://schemas.microsoft.com/office/drawing/2014/main" id="{BA5909BC-F904-0E79-0FCC-5C551570511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" name="Freeform 21">
                  <a:extLst>
                    <a:ext uri="{FF2B5EF4-FFF2-40B4-BE49-F238E27FC236}">
                      <a16:creationId xmlns:a16="http://schemas.microsoft.com/office/drawing/2014/main" id="{8A90520B-96F9-6C56-B5B9-0E60E994B3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AA5BD88D-0B4C-ABF4-3658-520D8C844FFF}"/>
              </a:ext>
            </a:extLst>
          </p:cNvPr>
          <p:cNvSpPr txBox="1"/>
          <p:nvPr/>
        </p:nvSpPr>
        <p:spPr>
          <a:xfrm>
            <a:off x="838200" y="4743450"/>
            <a:ext cx="13189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A: </a:t>
            </a:r>
            <a:r>
              <a:rPr lang="en-US" dirty="0"/>
              <a:t>10 users</a:t>
            </a:r>
          </a:p>
        </p:txBody>
      </p:sp>
    </p:spTree>
    <p:extLst>
      <p:ext uri="{BB962C8B-B14F-4D97-AF65-F5344CB8AC3E}">
        <p14:creationId xmlns:p14="http://schemas.microsoft.com/office/powerpoint/2010/main" val="1224183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730662-3808-C9A9-DE83-C69C470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3389C87-8224-CC27-D07E-A4DC2C522C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Circuit switching vs Packet switching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F40A54C-5ACD-8F7F-AA24-15F7A6A4F68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667250"/>
          </a:xfrm>
        </p:spPr>
        <p:txBody>
          <a:bodyPr/>
          <a:lstStyle/>
          <a:p>
            <a:r>
              <a:rPr lang="en-US" dirty="0"/>
              <a:t>1 Gbps link</a:t>
            </a:r>
          </a:p>
          <a:p>
            <a:r>
              <a:rPr lang="en-US" dirty="0"/>
              <a:t>each user:</a:t>
            </a:r>
          </a:p>
          <a:p>
            <a:pPr lvl="1"/>
            <a:r>
              <a:rPr lang="en-US" dirty="0"/>
              <a:t>needs 100 Mbps when "active"</a:t>
            </a:r>
          </a:p>
          <a:p>
            <a:pPr lvl="1"/>
            <a:r>
              <a:rPr lang="en-US" dirty="0"/>
              <a:t>active 10% of time</a:t>
            </a:r>
          </a:p>
          <a:p>
            <a:pPr lvl="1"/>
            <a:endParaRPr lang="en-US" dirty="0"/>
          </a:p>
          <a:p>
            <a:pPr marL="0" indent="0">
              <a:buNone/>
            </a:pPr>
            <a:r>
              <a:rPr lang="en-US" b="1" dirty="0"/>
              <a:t>Q: </a:t>
            </a:r>
            <a:r>
              <a:rPr lang="en-US" dirty="0"/>
              <a:t>How many users can be served using </a:t>
            </a:r>
            <a:r>
              <a:rPr lang="en-US" b="1" dirty="0"/>
              <a:t>packet switching</a:t>
            </a:r>
            <a:r>
              <a:rPr lang="en-US" dirty="0"/>
              <a:t>?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71B8AFE-4CD4-3E6D-318D-ABE94F29AC36}"/>
              </a:ext>
            </a:extLst>
          </p:cNvPr>
          <p:cNvGrpSpPr/>
          <p:nvPr/>
        </p:nvGrpSpPr>
        <p:grpSpPr>
          <a:xfrm>
            <a:off x="6345528" y="1825625"/>
            <a:ext cx="4284372" cy="1665011"/>
            <a:chOff x="6463839" y="2201136"/>
            <a:chExt cx="5112300" cy="2005013"/>
          </a:xfrm>
        </p:grpSpPr>
        <p:sp>
          <p:nvSpPr>
            <p:cNvPr id="5" name="Line 15">
              <a:extLst>
                <a:ext uri="{FF2B5EF4-FFF2-40B4-BE49-F238E27FC236}">
                  <a16:creationId xmlns:a16="http://schemas.microsoft.com/office/drawing/2014/main" id="{2279CDB8-658A-4765-466E-1E1CBF381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Line 16">
              <a:extLst>
                <a:ext uri="{FF2B5EF4-FFF2-40B4-BE49-F238E27FC236}">
                  <a16:creationId xmlns:a16="http://schemas.microsoft.com/office/drawing/2014/main" id="{CC35BDAB-ABCB-A781-AD9E-EA816E0AC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Line 17">
              <a:extLst>
                <a:ext uri="{FF2B5EF4-FFF2-40B4-BE49-F238E27FC236}">
                  <a16:creationId xmlns:a16="http://schemas.microsoft.com/office/drawing/2014/main" id="{36B79E56-F981-99E2-D265-4352FA3F10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Line 18">
              <a:extLst>
                <a:ext uri="{FF2B5EF4-FFF2-40B4-BE49-F238E27FC236}">
                  <a16:creationId xmlns:a16="http://schemas.microsoft.com/office/drawing/2014/main" id="{0AA73D4F-BD19-3174-4C64-091DCFE052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Text Box 19">
              <a:extLst>
                <a:ext uri="{FF2B5EF4-FFF2-40B4-BE49-F238E27FC236}">
                  <a16:creationId xmlns:a16="http://schemas.microsoft.com/office/drawing/2014/main" id="{80C4AC7C-8C50-61FB-B2F7-3B9F49F00A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0" name="Text Box 20">
              <a:extLst>
                <a:ext uri="{FF2B5EF4-FFF2-40B4-BE49-F238E27FC236}">
                  <a16:creationId xmlns:a16="http://schemas.microsoft.com/office/drawing/2014/main" id="{CAEF3C03-557D-CF90-26DF-6DEC2683D2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1" name="Line 47">
              <a:extLst>
                <a:ext uri="{FF2B5EF4-FFF2-40B4-BE49-F238E27FC236}">
                  <a16:creationId xmlns:a16="http://schemas.microsoft.com/office/drawing/2014/main" id="{A979F5C0-2342-7ACA-C3B9-D54BD6364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34">
              <a:extLst>
                <a:ext uri="{FF2B5EF4-FFF2-40B4-BE49-F238E27FC236}">
                  <a16:creationId xmlns:a16="http://schemas.microsoft.com/office/drawing/2014/main" id="{C45D1CA5-40C7-A061-88A2-B1DBEF8EA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13" name="Group 37">
              <a:extLst>
                <a:ext uri="{FF2B5EF4-FFF2-40B4-BE49-F238E27FC236}">
                  <a16:creationId xmlns:a16="http://schemas.microsoft.com/office/drawing/2014/main" id="{E3FFF967-37B3-EF86-3ACF-E097421FC5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5" name="Picture 38" descr="desktop_computer_stylized_medium">
                <a:extLst>
                  <a:ext uri="{FF2B5EF4-FFF2-40B4-BE49-F238E27FC236}">
                    <a16:creationId xmlns:a16="http://schemas.microsoft.com/office/drawing/2014/main" id="{262EDCB0-D657-7EC9-ED86-93E94A393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" name="Freeform 39">
                <a:extLst>
                  <a:ext uri="{FF2B5EF4-FFF2-40B4-BE49-F238E27FC236}">
                    <a16:creationId xmlns:a16="http://schemas.microsoft.com/office/drawing/2014/main" id="{B8D8BD7F-B840-1CE4-2566-04815BBDE02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" name="Group 40">
              <a:extLst>
                <a:ext uri="{FF2B5EF4-FFF2-40B4-BE49-F238E27FC236}">
                  <a16:creationId xmlns:a16="http://schemas.microsoft.com/office/drawing/2014/main" id="{EE2E6C7C-96BD-584B-EE30-270FB1C6F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3" name="Picture 41" descr="desktop_computer_stylized_medium">
                <a:extLst>
                  <a:ext uri="{FF2B5EF4-FFF2-40B4-BE49-F238E27FC236}">
                    <a16:creationId xmlns:a16="http://schemas.microsoft.com/office/drawing/2014/main" id="{65910353-384E-7135-16DA-B2D691C9F2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" name="Freeform 42">
                <a:extLst>
                  <a:ext uri="{FF2B5EF4-FFF2-40B4-BE49-F238E27FC236}">
                    <a16:creationId xmlns:a16="http://schemas.microsoft.com/office/drawing/2014/main" id="{051AB3CB-45C5-8684-0D2D-0F3E4DEADB6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2110A4C4-AC0E-40FD-81B3-F33102F165A5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A7BCB44B-8AFC-0724-DBDD-D082AC87909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A4627B55-41D8-45A1-814C-8F1437DC2C3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66B5C115-1878-AEC0-5E87-6F80DC1474D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6B6CE51D-1BAB-0CA7-CE57-345C087D877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Freeform 19">
                  <a:extLst>
                    <a:ext uri="{FF2B5EF4-FFF2-40B4-BE49-F238E27FC236}">
                      <a16:creationId xmlns:a16="http://schemas.microsoft.com/office/drawing/2014/main" id="{A0DF69D7-15F6-3217-9221-698C012AB5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" name="Freeform 20">
                  <a:extLst>
                    <a:ext uri="{FF2B5EF4-FFF2-40B4-BE49-F238E27FC236}">
                      <a16:creationId xmlns:a16="http://schemas.microsoft.com/office/drawing/2014/main" id="{BC4B6A86-7975-F88B-44C1-5AF3966534B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" name="Freeform 21">
                  <a:extLst>
                    <a:ext uri="{FF2B5EF4-FFF2-40B4-BE49-F238E27FC236}">
                      <a16:creationId xmlns:a16="http://schemas.microsoft.com/office/drawing/2014/main" id="{79F23C1B-465F-A08D-C32A-1BCF10BA486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4B8DB40B-A9CE-5C35-C6F4-BAAFB579EEC2}"/>
              </a:ext>
            </a:extLst>
          </p:cNvPr>
          <p:cNvSpPr txBox="1"/>
          <p:nvPr/>
        </p:nvSpPr>
        <p:spPr>
          <a:xfrm>
            <a:off x="838200" y="4743450"/>
            <a:ext cx="77389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A: </a:t>
            </a:r>
            <a:r>
              <a:rPr lang="en-US" dirty="0"/>
              <a:t>with 35 users, probability &gt; 10 active users at same time is less than 0.004.</a:t>
            </a:r>
          </a:p>
        </p:txBody>
      </p:sp>
    </p:spTree>
    <p:extLst>
      <p:ext uri="{BB962C8B-B14F-4D97-AF65-F5344CB8AC3E}">
        <p14:creationId xmlns:p14="http://schemas.microsoft.com/office/powerpoint/2010/main" val="3397513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330FBC-3D73-CC18-D0E0-6883442F9F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Is packet switching a winner?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5B33D5D-7962-A77C-BBC4-ADDD653C742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690688"/>
            <a:ext cx="10515600" cy="1566863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dirty="0"/>
              <a:t>The Internet uses packet switching. </a:t>
            </a:r>
            <a:br>
              <a:rPr lang="en-US" dirty="0"/>
            </a:br>
            <a:endParaRPr lang="en-US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8976894-A562-3B44-1BF3-A634552808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9796758"/>
              </p:ext>
            </p:extLst>
          </p:nvPr>
        </p:nvGraphicFramePr>
        <p:xfrm>
          <a:off x="838200" y="2228850"/>
          <a:ext cx="10515600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57800">
                  <a:extLst>
                    <a:ext uri="{9D8B030D-6E8A-4147-A177-3AD203B41FA5}">
                      <a16:colId xmlns:a16="http://schemas.microsoft.com/office/drawing/2014/main" val="1018840775"/>
                    </a:ext>
                  </a:extLst>
                </a:gridCol>
                <a:gridCol w="5257800">
                  <a:extLst>
                    <a:ext uri="{9D8B030D-6E8A-4147-A177-3AD203B41FA5}">
                      <a16:colId xmlns:a16="http://schemas.microsoft.com/office/drawing/2014/main" val="26317868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sz="2800" dirty="0"/>
                        <a:t>Pros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dirty="0"/>
                        <a:t>Cons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86964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457200" indent="-457200">
                        <a:buFont typeface="Arial" panose="020B0604020202020204" pitchFamily="34" charset="0"/>
                        <a:buChar char="•"/>
                      </a:pPr>
                      <a:r>
                        <a:rPr lang="en-US" sz="2800" dirty="0"/>
                        <a:t>great for bursty data</a:t>
                      </a:r>
                      <a:br>
                        <a:rPr lang="en-US" sz="2800" dirty="0"/>
                      </a:br>
                      <a:r>
                        <a:rPr lang="en-US" sz="2800" dirty="0"/>
                        <a:t>(sometimes has data to send, sometimes does not)</a:t>
                      </a:r>
                    </a:p>
                    <a:p>
                      <a:pPr marL="457200" indent="-457200">
                        <a:buFont typeface="Arial" panose="020B0604020202020204" pitchFamily="34" charset="0"/>
                        <a:buChar char="•"/>
                      </a:pPr>
                      <a:r>
                        <a:rPr lang="en-US" sz="2800" dirty="0"/>
                        <a:t>resource sharing</a:t>
                      </a:r>
                    </a:p>
                    <a:p>
                      <a:pPr marL="457200" indent="-457200">
                        <a:buFont typeface="Arial" panose="020B0604020202020204" pitchFamily="34" charset="0"/>
                        <a:buChar char="•"/>
                      </a:pPr>
                      <a:r>
                        <a:rPr lang="en-US" sz="2800" dirty="0"/>
                        <a:t>simple (no "call" setup)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457200" indent="-457200">
                        <a:buFont typeface="Arial" panose="020B0604020202020204" pitchFamily="34" charset="0"/>
                        <a:buChar char="•"/>
                      </a:pPr>
                      <a:r>
                        <a:rPr lang="en-US" sz="2800" dirty="0"/>
                        <a:t>excessive congestions possible</a:t>
                      </a:r>
                    </a:p>
                    <a:p>
                      <a:pPr marL="457200" indent="-457200">
                        <a:buFont typeface="Arial" panose="020B0604020202020204" pitchFamily="34" charset="0"/>
                        <a:buChar char="•"/>
                      </a:pPr>
                      <a:r>
                        <a:rPr lang="en-US" sz="2800" dirty="0"/>
                        <a:t>no performance guarantees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648310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0004795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140E7B-2B6D-2713-87D0-986EC6B814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Packet switching: Queueing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EB5BC4D-E95B-E406-E8B1-EEC6A1A084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4155095"/>
            <a:ext cx="10515600" cy="202186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dirty="0">
                <a:solidFill>
                  <a:srgbClr val="0070C0"/>
                </a:solidFill>
              </a:rPr>
              <a:t>What if more than one user is active at a time? </a:t>
            </a:r>
            <a:r>
              <a:rPr lang="en-US" dirty="0"/>
              <a:t>If arrival rate (in bps) to link exceeds transmission rate (bps) of link for some time:</a:t>
            </a:r>
          </a:p>
          <a:p>
            <a:r>
              <a:rPr lang="en-US" dirty="0"/>
              <a:t>packets will </a:t>
            </a:r>
            <a:r>
              <a:rPr lang="en-US" b="1" dirty="0"/>
              <a:t>queue</a:t>
            </a:r>
            <a:r>
              <a:rPr lang="en-US" dirty="0"/>
              <a:t>, waiting to be transmitted on output link</a:t>
            </a:r>
          </a:p>
          <a:p>
            <a:r>
              <a:rPr lang="en-US" dirty="0"/>
              <a:t>packets can be </a:t>
            </a:r>
            <a:r>
              <a:rPr lang="en-US" b="1" dirty="0"/>
              <a:t>dropped</a:t>
            </a:r>
            <a:r>
              <a:rPr lang="en-US" dirty="0"/>
              <a:t> (lost) if memory (buffer) in router fills up</a:t>
            </a:r>
          </a:p>
        </p:txBody>
      </p:sp>
      <p:grpSp>
        <p:nvGrpSpPr>
          <p:cNvPr id="4" name="Group 105">
            <a:extLst>
              <a:ext uri="{FF2B5EF4-FFF2-40B4-BE49-F238E27FC236}">
                <a16:creationId xmlns:a16="http://schemas.microsoft.com/office/drawing/2014/main" id="{6E797151-0953-DF1B-E910-E0C7A0C4F7CD}"/>
              </a:ext>
            </a:extLst>
          </p:cNvPr>
          <p:cNvGrpSpPr>
            <a:grpSpLocks/>
          </p:cNvGrpSpPr>
          <p:nvPr/>
        </p:nvGrpSpPr>
        <p:grpSpPr bwMode="auto">
          <a:xfrm>
            <a:off x="8376423" y="2334582"/>
            <a:ext cx="779462" cy="679450"/>
            <a:chOff x="-44" y="1473"/>
            <a:chExt cx="981" cy="1105"/>
          </a:xfrm>
        </p:grpSpPr>
        <p:pic>
          <p:nvPicPr>
            <p:cNvPr id="5" name="Picture 106" descr="desktop_computer_stylized_medium">
              <a:extLst>
                <a:ext uri="{FF2B5EF4-FFF2-40B4-BE49-F238E27FC236}">
                  <a16:creationId xmlns:a16="http://schemas.microsoft.com/office/drawing/2014/main" id="{9873A63B-69EF-0C0F-89F3-2E45E910DF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" name="Freeform 107">
              <a:extLst>
                <a:ext uri="{FF2B5EF4-FFF2-40B4-BE49-F238E27FC236}">
                  <a16:creationId xmlns:a16="http://schemas.microsoft.com/office/drawing/2014/main" id="{F6B6B5BF-9443-E551-3D40-811099F75A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7" name="Line 276">
            <a:extLst>
              <a:ext uri="{FF2B5EF4-FFF2-40B4-BE49-F238E27FC236}">
                <a16:creationId xmlns:a16="http://schemas.microsoft.com/office/drawing/2014/main" id="{C4F0860B-A110-C039-389C-7217EB768EC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62839" y="194638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" name="Line 277">
            <a:extLst>
              <a:ext uri="{FF2B5EF4-FFF2-40B4-BE49-F238E27FC236}">
                <a16:creationId xmlns:a16="http://schemas.microsoft.com/office/drawing/2014/main" id="{8EF06E2E-CCE8-6AE2-87E5-27C3B1D276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7222" y="250528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" name="Line 278">
            <a:extLst>
              <a:ext uri="{FF2B5EF4-FFF2-40B4-BE49-F238E27FC236}">
                <a16:creationId xmlns:a16="http://schemas.microsoft.com/office/drawing/2014/main" id="{F3745224-EA0F-681B-4487-ED58CD30D1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044260" y="241872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" name="Line 279">
            <a:extLst>
              <a:ext uri="{FF2B5EF4-FFF2-40B4-BE49-F238E27FC236}">
                <a16:creationId xmlns:a16="http://schemas.microsoft.com/office/drawing/2014/main" id="{D6BB065B-3E5A-6B1C-D489-48754A5C4AB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05635" y="260128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" name="Line 280">
            <a:extLst>
              <a:ext uri="{FF2B5EF4-FFF2-40B4-BE49-F238E27FC236}">
                <a16:creationId xmlns:a16="http://schemas.microsoft.com/office/drawing/2014/main" id="{6051718E-383B-5AE3-4A9A-7C66E7FC46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25010" y="205042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2" name="Rectangle 287">
            <a:extLst>
              <a:ext uri="{FF2B5EF4-FFF2-40B4-BE49-F238E27FC236}">
                <a16:creationId xmlns:a16="http://schemas.microsoft.com/office/drawing/2014/main" id="{4A6A1561-A8CF-EDCD-159E-3491E7C14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2698" y="220599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" name="Rectangle 288">
            <a:extLst>
              <a:ext uri="{FF2B5EF4-FFF2-40B4-BE49-F238E27FC236}">
                <a16:creationId xmlns:a16="http://schemas.microsoft.com/office/drawing/2014/main" id="{8C008B4B-6E1D-DE66-C91B-BE068DFE1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4623" y="220599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4" name="Rectangle 289">
            <a:extLst>
              <a:ext uri="{FF2B5EF4-FFF2-40B4-BE49-F238E27FC236}">
                <a16:creationId xmlns:a16="http://schemas.microsoft.com/office/drawing/2014/main" id="{6BA8DC11-1961-30FA-746F-FA41F9D6C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6548" y="220599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5" name="Rectangle 290">
            <a:extLst>
              <a:ext uri="{FF2B5EF4-FFF2-40B4-BE49-F238E27FC236}">
                <a16:creationId xmlns:a16="http://schemas.microsoft.com/office/drawing/2014/main" id="{B38E4528-FCE7-E239-D689-F473E2751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8473" y="220599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6" name="Rectangle 291">
            <a:extLst>
              <a:ext uri="{FF2B5EF4-FFF2-40B4-BE49-F238E27FC236}">
                <a16:creationId xmlns:a16="http://schemas.microsoft.com/office/drawing/2014/main" id="{C3BE4EF6-7540-473C-A56C-365DC181F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398" y="220599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7" name="Rectangle 292">
            <a:extLst>
              <a:ext uri="{FF2B5EF4-FFF2-40B4-BE49-F238E27FC236}">
                <a16:creationId xmlns:a16="http://schemas.microsoft.com/office/drawing/2014/main" id="{18A9BAE5-B1AF-54B3-DD6A-35763DF51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1873" y="220599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8" name="Rectangle 293">
            <a:extLst>
              <a:ext uri="{FF2B5EF4-FFF2-40B4-BE49-F238E27FC236}">
                <a16:creationId xmlns:a16="http://schemas.microsoft.com/office/drawing/2014/main" id="{935A6AFB-A6D6-C5CD-942F-A7E37FCE5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198" y="220123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9" name="Rectangle 299">
            <a:extLst>
              <a:ext uri="{FF2B5EF4-FFF2-40B4-BE49-F238E27FC236}">
                <a16:creationId xmlns:a16="http://schemas.microsoft.com/office/drawing/2014/main" id="{9DEFF903-FBB0-D3B3-D2A5-12CFC1429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2812" y="266316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0" name="Line 302">
            <a:extLst>
              <a:ext uri="{FF2B5EF4-FFF2-40B4-BE49-F238E27FC236}">
                <a16:creationId xmlns:a16="http://schemas.microsoft.com/office/drawing/2014/main" id="{D6F50B97-9FD1-9410-5722-BC41588D006D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3698" y="209645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1" name="Text Box 303">
            <a:extLst>
              <a:ext uri="{FF2B5EF4-FFF2-40B4-BE49-F238E27FC236}">
                <a16:creationId xmlns:a16="http://schemas.microsoft.com/office/drawing/2014/main" id="{E06A2169-32C8-7841-15C6-E07C8FE531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7627" y="167889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2" name="Text Box 304">
            <a:extLst>
              <a:ext uri="{FF2B5EF4-FFF2-40B4-BE49-F238E27FC236}">
                <a16:creationId xmlns:a16="http://schemas.microsoft.com/office/drawing/2014/main" id="{FA297708-949B-D679-745F-30B0F75E2E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3855" y="262811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3" name="Text Box 305">
            <a:extLst>
              <a:ext uri="{FF2B5EF4-FFF2-40B4-BE49-F238E27FC236}">
                <a16:creationId xmlns:a16="http://schemas.microsoft.com/office/drawing/2014/main" id="{7FBCFC99-AC7F-989E-85BC-69F5FAED6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5513" y="161250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4" name="Text Box 308">
            <a:extLst>
              <a:ext uri="{FF2B5EF4-FFF2-40B4-BE49-F238E27FC236}">
                <a16:creationId xmlns:a16="http://schemas.microsoft.com/office/drawing/2014/main" id="{57C403CD-E05C-2C73-F8A4-1BFC4880CF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2748" y="147907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25" name="Text Box 309">
            <a:extLst>
              <a:ext uri="{FF2B5EF4-FFF2-40B4-BE49-F238E27FC236}">
                <a16:creationId xmlns:a16="http://schemas.microsoft.com/office/drawing/2014/main" id="{4DBD304A-D55C-224B-DC36-EA15828F6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7935" y="251628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6" name="Text Box 310">
            <a:extLst>
              <a:ext uri="{FF2B5EF4-FFF2-40B4-BE49-F238E27FC236}">
                <a16:creationId xmlns:a16="http://schemas.microsoft.com/office/drawing/2014/main" id="{90DF9118-16BA-8B86-0F89-0BC8D2A9A2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9235" y="301403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7" name="Line 281">
            <a:extLst>
              <a:ext uri="{FF2B5EF4-FFF2-40B4-BE49-F238E27FC236}">
                <a16:creationId xmlns:a16="http://schemas.microsoft.com/office/drawing/2014/main" id="{8AA788B6-E173-590C-4E7E-A4212064BC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74823" y="316643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" name="Line 283">
            <a:extLst>
              <a:ext uri="{FF2B5EF4-FFF2-40B4-BE49-F238E27FC236}">
                <a16:creationId xmlns:a16="http://schemas.microsoft.com/office/drawing/2014/main" id="{30003A91-8AE1-FE08-8479-1819377545B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84422" y="286957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" name="Text Box 306">
            <a:extLst>
              <a:ext uri="{FF2B5EF4-FFF2-40B4-BE49-F238E27FC236}">
                <a16:creationId xmlns:a16="http://schemas.microsoft.com/office/drawing/2014/main" id="{B229F6D4-C57A-3729-258E-BFF98B1CA4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9899" y="238354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" name="Text Box 307">
            <a:extLst>
              <a:ext uri="{FF2B5EF4-FFF2-40B4-BE49-F238E27FC236}">
                <a16:creationId xmlns:a16="http://schemas.microsoft.com/office/drawing/2014/main" id="{3DAE2E1A-9CB8-280D-B44C-3176A577B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66064" y="276632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" name="Text Box 330">
            <a:extLst>
              <a:ext uri="{FF2B5EF4-FFF2-40B4-BE49-F238E27FC236}">
                <a16:creationId xmlns:a16="http://schemas.microsoft.com/office/drawing/2014/main" id="{087B3C15-9661-5EAD-2F52-C6F9529ED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9414" y="316356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2" name="Picture 97" descr="desktop_computer_stylized_medium">
            <a:extLst>
              <a:ext uri="{FF2B5EF4-FFF2-40B4-BE49-F238E27FC236}">
                <a16:creationId xmlns:a16="http://schemas.microsoft.com/office/drawing/2014/main" id="{E82555AA-ACC0-7795-2CFC-45327D33B7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406435" y="167100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98">
            <a:extLst>
              <a:ext uri="{FF2B5EF4-FFF2-40B4-BE49-F238E27FC236}">
                <a16:creationId xmlns:a16="http://schemas.microsoft.com/office/drawing/2014/main" id="{3F5E16EB-2E5F-17FD-FD8F-CF64135529F0}"/>
              </a:ext>
            </a:extLst>
          </p:cNvPr>
          <p:cNvSpPr>
            <a:spLocks/>
          </p:cNvSpPr>
          <p:nvPr/>
        </p:nvSpPr>
        <p:spPr bwMode="auto">
          <a:xfrm flipH="1">
            <a:off x="2738561" y="173618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4" name="Group 99">
            <a:extLst>
              <a:ext uri="{FF2B5EF4-FFF2-40B4-BE49-F238E27FC236}">
                <a16:creationId xmlns:a16="http://schemas.microsoft.com/office/drawing/2014/main" id="{D387A297-FE77-33B5-3B74-314140985B5B}"/>
              </a:ext>
            </a:extLst>
          </p:cNvPr>
          <p:cNvGrpSpPr>
            <a:grpSpLocks/>
          </p:cNvGrpSpPr>
          <p:nvPr/>
        </p:nvGrpSpPr>
        <p:grpSpPr bwMode="auto">
          <a:xfrm>
            <a:off x="2697935" y="2645732"/>
            <a:ext cx="779463" cy="679450"/>
            <a:chOff x="-44" y="1473"/>
            <a:chExt cx="981" cy="1105"/>
          </a:xfrm>
        </p:grpSpPr>
        <p:pic>
          <p:nvPicPr>
            <p:cNvPr id="35" name="Picture 100" descr="desktop_computer_stylized_medium">
              <a:extLst>
                <a:ext uri="{FF2B5EF4-FFF2-40B4-BE49-F238E27FC236}">
                  <a16:creationId xmlns:a16="http://schemas.microsoft.com/office/drawing/2014/main" id="{2B664800-0C70-2B52-A084-7CC153BFE0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" name="Freeform 101">
              <a:extLst>
                <a:ext uri="{FF2B5EF4-FFF2-40B4-BE49-F238E27FC236}">
                  <a16:creationId xmlns:a16="http://schemas.microsoft.com/office/drawing/2014/main" id="{586B6B48-9260-C610-AC4B-44FAD8F31AC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7" name="Group 102">
            <a:extLst>
              <a:ext uri="{FF2B5EF4-FFF2-40B4-BE49-F238E27FC236}">
                <a16:creationId xmlns:a16="http://schemas.microsoft.com/office/drawing/2014/main" id="{1DBA3094-F26F-F611-B367-6EBB3D4B5197}"/>
              </a:ext>
            </a:extLst>
          </p:cNvPr>
          <p:cNvGrpSpPr>
            <a:grpSpLocks/>
          </p:cNvGrpSpPr>
          <p:nvPr/>
        </p:nvGrpSpPr>
        <p:grpSpPr bwMode="auto">
          <a:xfrm>
            <a:off x="9093973" y="2706057"/>
            <a:ext cx="779462" cy="679450"/>
            <a:chOff x="-44" y="1473"/>
            <a:chExt cx="981" cy="1105"/>
          </a:xfrm>
        </p:grpSpPr>
        <p:pic>
          <p:nvPicPr>
            <p:cNvPr id="38" name="Picture 103" descr="desktop_computer_stylized_medium">
              <a:extLst>
                <a:ext uri="{FF2B5EF4-FFF2-40B4-BE49-F238E27FC236}">
                  <a16:creationId xmlns:a16="http://schemas.microsoft.com/office/drawing/2014/main" id="{5803E26B-AC97-28B1-F2A1-F5A9C4AC85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" name="Freeform 104">
              <a:extLst>
                <a:ext uri="{FF2B5EF4-FFF2-40B4-BE49-F238E27FC236}">
                  <a16:creationId xmlns:a16="http://schemas.microsoft.com/office/drawing/2014/main" id="{290E4116-CA64-E51E-E303-C5C20172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40" name="Group 108">
            <a:extLst>
              <a:ext uri="{FF2B5EF4-FFF2-40B4-BE49-F238E27FC236}">
                <a16:creationId xmlns:a16="http://schemas.microsoft.com/office/drawing/2014/main" id="{49CBE295-79C8-C4B5-AF54-615724542616}"/>
              </a:ext>
            </a:extLst>
          </p:cNvPr>
          <p:cNvGrpSpPr>
            <a:grpSpLocks/>
          </p:cNvGrpSpPr>
          <p:nvPr/>
        </p:nvGrpSpPr>
        <p:grpSpPr bwMode="auto">
          <a:xfrm>
            <a:off x="8458973" y="1513845"/>
            <a:ext cx="779462" cy="679450"/>
            <a:chOff x="-44" y="1473"/>
            <a:chExt cx="981" cy="1105"/>
          </a:xfrm>
        </p:grpSpPr>
        <p:pic>
          <p:nvPicPr>
            <p:cNvPr id="41" name="Picture 109" descr="desktop_computer_stylized_medium">
              <a:extLst>
                <a:ext uri="{FF2B5EF4-FFF2-40B4-BE49-F238E27FC236}">
                  <a16:creationId xmlns:a16="http://schemas.microsoft.com/office/drawing/2014/main" id="{6AFA82BC-C978-6B43-E965-8A72D0B15D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110">
              <a:extLst>
                <a:ext uri="{FF2B5EF4-FFF2-40B4-BE49-F238E27FC236}">
                  <a16:creationId xmlns:a16="http://schemas.microsoft.com/office/drawing/2014/main" id="{DF704F80-172E-EFDA-B022-8BE08943D4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E8755BF-FEE1-7D80-535F-51BA77B8D4FA}"/>
              </a:ext>
            </a:extLst>
          </p:cNvPr>
          <p:cNvGrpSpPr/>
          <p:nvPr/>
        </p:nvGrpSpPr>
        <p:grpSpPr>
          <a:xfrm>
            <a:off x="7135466" y="2178542"/>
            <a:ext cx="1146494" cy="498545"/>
            <a:chOff x="7493876" y="2774731"/>
            <a:chExt cx="1481958" cy="894622"/>
          </a:xfrm>
        </p:grpSpPr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5E672EFA-93FC-F43B-1066-533F75558A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E5182901-281A-58CD-EAEB-2DD7BDA3FE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223FBBB1-8E3E-FC6D-D128-0244A92D999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EAB30CE9-C3C8-E1CB-91D4-218647D6440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Freeform 47">
                <a:extLst>
                  <a:ext uri="{FF2B5EF4-FFF2-40B4-BE49-F238E27FC236}">
                    <a16:creationId xmlns:a16="http://schemas.microsoft.com/office/drawing/2014/main" id="{E79C60E6-EBE1-2904-FA4B-B2D705BE3C1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0C0E354E-BE7A-1A8C-3C56-657B5AC4FDD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Freeform 49">
                <a:extLst>
                  <a:ext uri="{FF2B5EF4-FFF2-40B4-BE49-F238E27FC236}">
                    <a16:creationId xmlns:a16="http://schemas.microsoft.com/office/drawing/2014/main" id="{1F89E19D-2B79-7CEB-2A0B-50B294B740F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2ADED3C-C82C-BBF9-A831-DCBCCD473B68}"/>
              </a:ext>
            </a:extLst>
          </p:cNvPr>
          <p:cNvGrpSpPr/>
          <p:nvPr/>
        </p:nvGrpSpPr>
        <p:grpSpPr>
          <a:xfrm>
            <a:off x="7161395" y="2866476"/>
            <a:ext cx="1146494" cy="498545"/>
            <a:chOff x="7493876" y="2774731"/>
            <a:chExt cx="1481958" cy="894622"/>
          </a:xfrm>
        </p:grpSpPr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9D0B296F-FDBA-BBD0-FA1C-DB3E4C02D83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23A5C5DA-50E8-2CAA-8E08-81BF2B6E6FF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EF7BD914-FDD0-C126-A064-997918FB873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6C74A5D4-2AAF-7060-B3F7-835DECC246F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16EBD020-77D6-09A3-42C4-566F4A85F4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6073C27F-3BE4-7DB2-DAC2-637F5CB316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Freeform 57">
                <a:extLst>
                  <a:ext uri="{FF2B5EF4-FFF2-40B4-BE49-F238E27FC236}">
                    <a16:creationId xmlns:a16="http://schemas.microsoft.com/office/drawing/2014/main" id="{7A2F488C-639B-F1ED-2293-8B088BF6B3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BBC7514-ECF0-3CBC-4A43-3B44DC895885}"/>
              </a:ext>
            </a:extLst>
          </p:cNvPr>
          <p:cNvGrpSpPr/>
          <p:nvPr/>
        </p:nvGrpSpPr>
        <p:grpSpPr>
          <a:xfrm>
            <a:off x="3943306" y="2156965"/>
            <a:ext cx="1146494" cy="498545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6B013D52-79E1-C61E-8798-B2F61E3D74F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9BD38BEA-01EA-98A4-BF46-3780FB046B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8FEBA1C2-1880-60B3-FF4C-086694D984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41D701CE-4A17-4C3C-0F9E-2E53759358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5AE1141D-5463-3757-E9C6-B139F38B43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8E653717-B508-2AA7-0949-67CC322B35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D29E3B1A-5BBB-6088-8AA7-F6BA846F94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" name="Line 230">
            <a:extLst>
              <a:ext uri="{FF2B5EF4-FFF2-40B4-BE49-F238E27FC236}">
                <a16:creationId xmlns:a16="http://schemas.microsoft.com/office/drawing/2014/main" id="{0EA03BAB-5577-13AD-703B-E405F73EA11B}"/>
              </a:ext>
            </a:extLst>
          </p:cNvPr>
          <p:cNvSpPr>
            <a:spLocks noChangeShapeType="1"/>
          </p:cNvSpPr>
          <p:nvPr/>
        </p:nvSpPr>
        <p:spPr bwMode="auto">
          <a:xfrm>
            <a:off x="5079185" y="232347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68" name="Group 311">
            <a:extLst>
              <a:ext uri="{FF2B5EF4-FFF2-40B4-BE49-F238E27FC236}">
                <a16:creationId xmlns:a16="http://schemas.microsoft.com/office/drawing/2014/main" id="{DE693753-27B3-99FD-F639-73137F73DD78}"/>
              </a:ext>
            </a:extLst>
          </p:cNvPr>
          <p:cNvGrpSpPr>
            <a:grpSpLocks/>
          </p:cNvGrpSpPr>
          <p:nvPr/>
        </p:nvGrpSpPr>
        <p:grpSpPr bwMode="auto">
          <a:xfrm>
            <a:off x="4398148" y="2282195"/>
            <a:ext cx="633412" cy="200025"/>
            <a:chOff x="1800" y="1425"/>
            <a:chExt cx="399" cy="126"/>
          </a:xfrm>
        </p:grpSpPr>
        <p:sp>
          <p:nvSpPr>
            <p:cNvPr id="69" name="Rectangle 294">
              <a:extLst>
                <a:ext uri="{FF2B5EF4-FFF2-40B4-BE49-F238E27FC236}">
                  <a16:creationId xmlns:a16="http://schemas.microsoft.com/office/drawing/2014/main" id="{3E9E57ED-0DFB-C70D-30CE-A73EB5C2F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70" name="Rectangle 295">
              <a:extLst>
                <a:ext uri="{FF2B5EF4-FFF2-40B4-BE49-F238E27FC236}">
                  <a16:creationId xmlns:a16="http://schemas.microsoft.com/office/drawing/2014/main" id="{7E155727-8D40-F7CC-026E-2A3AF05A1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71" name="Rectangle 296">
              <a:extLst>
                <a:ext uri="{FF2B5EF4-FFF2-40B4-BE49-F238E27FC236}">
                  <a16:creationId xmlns:a16="http://schemas.microsoft.com/office/drawing/2014/main" id="{B03CDE61-7E9A-71DD-A896-78AD80C74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72" name="Rectangle 297">
              <a:extLst>
                <a:ext uri="{FF2B5EF4-FFF2-40B4-BE49-F238E27FC236}">
                  <a16:creationId xmlns:a16="http://schemas.microsoft.com/office/drawing/2014/main" id="{9EA4FE66-70CD-494C-503F-928FD50D6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73" name="Rectangle 298">
            <a:extLst>
              <a:ext uri="{FF2B5EF4-FFF2-40B4-BE49-F238E27FC236}">
                <a16:creationId xmlns:a16="http://schemas.microsoft.com/office/drawing/2014/main" id="{96A220FA-C7E3-7688-77DC-AF46C2960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249" y="210450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74" name="Line 300">
            <a:extLst>
              <a:ext uri="{FF2B5EF4-FFF2-40B4-BE49-F238E27FC236}">
                <a16:creationId xmlns:a16="http://schemas.microsoft.com/office/drawing/2014/main" id="{72D3F09B-0D25-4A4F-A68B-3F076F7E13DD}"/>
              </a:ext>
            </a:extLst>
          </p:cNvPr>
          <p:cNvSpPr>
            <a:spLocks noChangeShapeType="1"/>
          </p:cNvSpPr>
          <p:nvPr/>
        </p:nvSpPr>
        <p:spPr bwMode="auto">
          <a:xfrm>
            <a:off x="3563075" y="226637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75" name="Line 301">
            <a:extLst>
              <a:ext uri="{FF2B5EF4-FFF2-40B4-BE49-F238E27FC236}">
                <a16:creationId xmlns:a16="http://schemas.microsoft.com/office/drawing/2014/main" id="{A67EA5EA-B7B4-6873-9203-EAD9724EE5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76296" y="261990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76" name="Line 332">
            <a:extLst>
              <a:ext uri="{FF2B5EF4-FFF2-40B4-BE49-F238E27FC236}">
                <a16:creationId xmlns:a16="http://schemas.microsoft.com/office/drawing/2014/main" id="{761A1E7B-CDB9-F1D7-1C41-FBA1B373F2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52477" y="253460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77" name="Line 332">
            <a:extLst>
              <a:ext uri="{FF2B5EF4-FFF2-40B4-BE49-F238E27FC236}">
                <a16:creationId xmlns:a16="http://schemas.microsoft.com/office/drawing/2014/main" id="{748A73E3-2323-07F5-090C-6719F198EA3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97298" y="179854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78" name="Line 332">
            <a:extLst>
              <a:ext uri="{FF2B5EF4-FFF2-40B4-BE49-F238E27FC236}">
                <a16:creationId xmlns:a16="http://schemas.microsoft.com/office/drawing/2014/main" id="{025603EC-E540-38DB-CBDC-271F931C46B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390335" y="247970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571237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5EFACB-8A0C-B15F-EAC5-1C4FF6626E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packet delay occurs?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7149E1B-DA90-DC88-D71A-4F9D57F5325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3644853"/>
                <a:ext cx="10515600" cy="2848015"/>
              </a:xfrm>
            </p:spPr>
            <p:txBody>
              <a:bodyPr>
                <a:normAutofit/>
              </a:bodyPr>
              <a:lstStyle/>
              <a:p>
                <a:pPr marL="0" indent="0">
                  <a:buNone/>
                </a:pPr>
                <a:r>
                  <a:rPr lang="en-US" dirty="0"/>
                  <a:t>delay =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𝑡𝑟𝑎𝑛𝑠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𝑝𝑟𝑜𝑝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𝑝𝑟𝑜𝑐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𝑞𝑢𝑒𝑢𝑒</m:t>
                        </m:r>
                      </m:sub>
                    </m:sSub>
                  </m:oMath>
                </a14:m>
                <a:endParaRPr lang="en-US" dirty="0"/>
              </a:p>
              <a:p>
                <a:r>
                  <a:rPr lang="en-US" b="1" dirty="0"/>
                  <a:t>transmission delay: </a:t>
                </a:r>
                <a:r>
                  <a:rPr lang="en-US" dirty="0"/>
                  <a:t>rate information is transmitted to link</a:t>
                </a:r>
              </a:p>
              <a:p>
                <a:pPr lvl="1"/>
                <a:r>
                  <a:rPr lang="en-US" dirty="0"/>
                  <a:t>L: packet size (bits)</a:t>
                </a:r>
              </a:p>
              <a:p>
                <a:pPr lvl="1"/>
                <a:r>
                  <a:rPr lang="en-US" dirty="0"/>
                  <a:t>R: link transmission rate (bps)</a:t>
                </a:r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𝑡𝑟𝑎𝑛𝑠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 = </m:t>
                    </m:r>
                    <m:r>
                      <m:rPr>
                        <m:sty m:val="p"/>
                      </m:rPr>
                      <a:rPr lang="en-US" b="0" i="1" smtClean="0">
                        <a:latin typeface="Cambria Math" panose="02040503050406030204" pitchFamily="18" charset="0"/>
                      </a:rPr>
                      <m:t>L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US" b="0" i="1" smtClean="0"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97149E1B-DA90-DC88-D71A-4F9D57F5325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3644853"/>
                <a:ext cx="10515600" cy="2848015"/>
              </a:xfrm>
              <a:blipFill>
                <a:blip r:embed="rId2"/>
                <a:stretch>
                  <a:fillRect l="-1206" t="-3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0" name="Group 49">
            <a:extLst>
              <a:ext uri="{FF2B5EF4-FFF2-40B4-BE49-F238E27FC236}">
                <a16:creationId xmlns:a16="http://schemas.microsoft.com/office/drawing/2014/main" id="{B16732EB-61F1-A4DA-1903-5FA7E3C19199}"/>
              </a:ext>
            </a:extLst>
          </p:cNvPr>
          <p:cNvGrpSpPr/>
          <p:nvPr/>
        </p:nvGrpSpPr>
        <p:grpSpPr>
          <a:xfrm>
            <a:off x="2687211" y="1589662"/>
            <a:ext cx="6883623" cy="1860620"/>
            <a:chOff x="1816815" y="1145961"/>
            <a:chExt cx="7685554" cy="2274462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7B653F-D0B5-898E-D8F5-FFC122751937}"/>
                </a:ext>
              </a:extLst>
            </p:cNvPr>
            <p:cNvGrpSpPr/>
            <p:nvPr/>
          </p:nvGrpSpPr>
          <p:grpSpPr>
            <a:xfrm>
              <a:off x="3364430" y="1767623"/>
              <a:ext cx="1511352" cy="863670"/>
              <a:chOff x="7493876" y="2774731"/>
              <a:chExt cx="1481958" cy="894622"/>
            </a:xfrm>
          </p:grpSpPr>
          <p:sp>
            <p:nvSpPr>
              <p:cNvPr id="5" name="Freeform 4">
                <a:extLst>
                  <a:ext uri="{FF2B5EF4-FFF2-40B4-BE49-F238E27FC236}">
                    <a16:creationId xmlns:a16="http://schemas.microsoft.com/office/drawing/2014/main" id="{04774552-B2D6-5A1C-B088-5788422FF9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58009233-E849-E2C1-CB15-FD1D6604388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572D9940-51E1-C58B-1BE3-D698D440330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" name="Freeform 7">
                  <a:extLst>
                    <a:ext uri="{FF2B5EF4-FFF2-40B4-BE49-F238E27FC236}">
                      <a16:creationId xmlns:a16="http://schemas.microsoft.com/office/drawing/2014/main" id="{90DFCE14-03DF-743C-776C-3E1536BEBB0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" name="Freeform 8">
                  <a:extLst>
                    <a:ext uri="{FF2B5EF4-FFF2-40B4-BE49-F238E27FC236}">
                      <a16:creationId xmlns:a16="http://schemas.microsoft.com/office/drawing/2014/main" id="{758569DE-D4F1-78FE-48F8-CF5BB7913FB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" name="Freeform 9">
                  <a:extLst>
                    <a:ext uri="{FF2B5EF4-FFF2-40B4-BE49-F238E27FC236}">
                      <a16:creationId xmlns:a16="http://schemas.microsoft.com/office/drawing/2014/main" id="{3064096D-7005-23F9-AA8F-150AC7BF1C3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" name="Freeform 10">
                  <a:extLst>
                    <a:ext uri="{FF2B5EF4-FFF2-40B4-BE49-F238E27FC236}">
                      <a16:creationId xmlns:a16="http://schemas.microsoft.com/office/drawing/2014/main" id="{E4D74594-F8FD-8435-1E0F-6610F6A6F42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2" name="Line 24">
              <a:extLst>
                <a:ext uri="{FF2B5EF4-FFF2-40B4-BE49-F238E27FC236}">
                  <a16:creationId xmlns:a16="http://schemas.microsoft.com/office/drawing/2014/main" id="{93CAE6F5-3479-13CF-9399-9D1A44BF1C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1011" y="1783635"/>
              <a:ext cx="741403" cy="355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29">
              <a:extLst>
                <a:ext uri="{FF2B5EF4-FFF2-40B4-BE49-F238E27FC236}">
                  <a16:creationId xmlns:a16="http://schemas.microsoft.com/office/drawing/2014/main" id="{0FF6CB87-F3A2-9498-334A-E36349465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378" y="2002710"/>
              <a:ext cx="147646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" name="Rectangle 30">
              <a:extLst>
                <a:ext uri="{FF2B5EF4-FFF2-40B4-BE49-F238E27FC236}">
                  <a16:creationId xmlns:a16="http://schemas.microsoft.com/office/drawing/2014/main" id="{51B4394D-F90C-8AA1-461C-49603063C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773" y="2074148"/>
              <a:ext cx="147645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" name="Rectangle 31">
              <a:extLst>
                <a:ext uri="{FF2B5EF4-FFF2-40B4-BE49-F238E27FC236}">
                  <a16:creationId xmlns:a16="http://schemas.microsoft.com/office/drawing/2014/main" id="{6CC8D38F-D2DC-6660-7A6F-0FC8E30CC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707" y="2074148"/>
              <a:ext cx="147645" cy="200025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Line 35">
              <a:extLst>
                <a:ext uri="{FF2B5EF4-FFF2-40B4-BE49-F238E27FC236}">
                  <a16:creationId xmlns:a16="http://schemas.microsoft.com/office/drawing/2014/main" id="{CF5998E5-9BF9-CD3B-E6C7-8889AE9D8D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2061" y="1833751"/>
              <a:ext cx="36673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38">
              <a:extLst>
                <a:ext uri="{FF2B5EF4-FFF2-40B4-BE49-F238E27FC236}">
                  <a16:creationId xmlns:a16="http://schemas.microsoft.com/office/drawing/2014/main" id="{BAE15025-24C5-742C-EB9C-EC5E3D337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301" y="2012235"/>
              <a:ext cx="147646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" name="Text Box 39">
              <a:extLst>
                <a:ext uri="{FF2B5EF4-FFF2-40B4-BE49-F238E27FC236}">
                  <a16:creationId xmlns:a16="http://schemas.microsoft.com/office/drawing/2014/main" id="{373C8B08-3707-3B77-949A-D3B100993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0720" y="1587878"/>
              <a:ext cx="17004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propagation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" name="Line 40">
              <a:extLst>
                <a:ext uri="{FF2B5EF4-FFF2-40B4-BE49-F238E27FC236}">
                  <a16:creationId xmlns:a16="http://schemas.microsoft.com/office/drawing/2014/main" id="{41AE1928-1118-ED99-7F38-0764DDED38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5073803" y="1831109"/>
              <a:ext cx="31910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Text Box 43">
              <a:extLst>
                <a:ext uri="{FF2B5EF4-FFF2-40B4-BE49-F238E27FC236}">
                  <a16:creationId xmlns:a16="http://schemas.microsoft.com/office/drawing/2014/main" id="{680BAFE8-06C4-AB0D-05AE-603CEE2E8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6098" y="2729785"/>
              <a:ext cx="1511824" cy="690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nodal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processing</a:t>
              </a:r>
            </a:p>
          </p:txBody>
        </p:sp>
        <p:sp>
          <p:nvSpPr>
            <p:cNvPr id="21" name="Line 44">
              <a:extLst>
                <a:ext uri="{FF2B5EF4-FFF2-40B4-BE49-F238E27FC236}">
                  <a16:creationId xmlns:a16="http://schemas.microsoft.com/office/drawing/2014/main" id="{D6A39429-8922-372B-EE40-2F405177263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3363541" y="2729991"/>
              <a:ext cx="8334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Line 45">
              <a:extLst>
                <a:ext uri="{FF2B5EF4-FFF2-40B4-BE49-F238E27FC236}">
                  <a16:creationId xmlns:a16="http://schemas.microsoft.com/office/drawing/2014/main" id="{628F2E40-B765-8D21-0C1C-6B66ABD369F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4187959" y="2536110"/>
              <a:ext cx="3857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Text Box 46">
              <a:extLst>
                <a:ext uri="{FF2B5EF4-FFF2-40B4-BE49-F238E27FC236}">
                  <a16:creationId xmlns:a16="http://schemas.microsoft.com/office/drawing/2014/main" id="{7326094A-0190-CFB7-F52F-9AF321A3C8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5969" y="2957464"/>
              <a:ext cx="13548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queueing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" name="Line 47">
              <a:extLst>
                <a:ext uri="{FF2B5EF4-FFF2-40B4-BE49-F238E27FC236}">
                  <a16:creationId xmlns:a16="http://schemas.microsoft.com/office/drawing/2014/main" id="{A32AFC58-2F6C-BF69-1B9C-DEF04CCC477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49892" y="2536110"/>
              <a:ext cx="595346" cy="5524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Line 25">
              <a:extLst>
                <a:ext uri="{FF2B5EF4-FFF2-40B4-BE49-F238E27FC236}">
                  <a16:creationId xmlns:a16="http://schemas.microsoft.com/office/drawing/2014/main" id="{647FF7EC-F34A-A311-5999-C818439E9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9131" y="2323384"/>
              <a:ext cx="735346" cy="5499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Rectangle 32">
              <a:extLst>
                <a:ext uri="{FF2B5EF4-FFF2-40B4-BE49-F238E27FC236}">
                  <a16:creationId xmlns:a16="http://schemas.microsoft.com/office/drawing/2014/main" id="{F70981A7-219D-4634-06C1-8B932F538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202" y="1974135"/>
              <a:ext cx="147646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Line 33">
              <a:extLst>
                <a:ext uri="{FF2B5EF4-FFF2-40B4-BE49-F238E27FC236}">
                  <a16:creationId xmlns:a16="http://schemas.microsoft.com/office/drawing/2014/main" id="{1FF0593F-02F7-2848-01A9-359EB73671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9988" y="1910635"/>
              <a:ext cx="21114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Text Box 36">
              <a:extLst>
                <a:ext uri="{FF2B5EF4-FFF2-40B4-BE49-F238E27FC236}">
                  <a16:creationId xmlns:a16="http://schemas.microsoft.com/office/drawing/2014/main" id="{688284E3-B085-F61D-A099-C0E68497DE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6815" y="1467723"/>
              <a:ext cx="39305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30" name="Text Box 37">
              <a:extLst>
                <a:ext uri="{FF2B5EF4-FFF2-40B4-BE49-F238E27FC236}">
                  <a16:creationId xmlns:a16="http://schemas.microsoft.com/office/drawing/2014/main" id="{E3F3F64B-2CD8-2C08-8B93-C6F9524B0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5558" y="2420223"/>
              <a:ext cx="38023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</a:t>
              </a:r>
            </a:p>
          </p:txBody>
        </p:sp>
        <p:grpSp>
          <p:nvGrpSpPr>
            <p:cNvPr id="31" name="Group 66">
              <a:extLst>
                <a:ext uri="{FF2B5EF4-FFF2-40B4-BE49-F238E27FC236}">
                  <a16:creationId xmlns:a16="http://schemas.microsoft.com/office/drawing/2014/main" id="{4E1AC655-D9FD-2E86-C5CB-25E40E38D8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3392" y="1467723"/>
              <a:ext cx="779505" cy="679450"/>
              <a:chOff x="-44" y="1473"/>
              <a:chExt cx="981" cy="1105"/>
            </a:xfrm>
          </p:grpSpPr>
          <p:pic>
            <p:nvPicPr>
              <p:cNvPr id="32" name="Picture 67" descr="desktop_computer_stylized_medium">
                <a:extLst>
                  <a:ext uri="{FF2B5EF4-FFF2-40B4-BE49-F238E27FC236}">
                    <a16:creationId xmlns:a16="http://schemas.microsoft.com/office/drawing/2014/main" id="{8BC73941-B89A-191F-4DEB-857C46640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3" name="Freeform 68">
                <a:extLst>
                  <a:ext uri="{FF2B5EF4-FFF2-40B4-BE49-F238E27FC236}">
                    <a16:creationId xmlns:a16="http://schemas.microsoft.com/office/drawing/2014/main" id="{C201C73F-806E-5FF0-2DD1-C248C862785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4" name="Group 69">
              <a:extLst>
                <a:ext uri="{FF2B5EF4-FFF2-40B4-BE49-F238E27FC236}">
                  <a16:creationId xmlns:a16="http://schemas.microsoft.com/office/drawing/2014/main" id="{A7341541-4AAE-212E-C4F8-51F45A3AA0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14200" y="2474691"/>
              <a:ext cx="779506" cy="679450"/>
              <a:chOff x="-44" y="1473"/>
              <a:chExt cx="981" cy="1105"/>
            </a:xfrm>
          </p:grpSpPr>
          <p:pic>
            <p:nvPicPr>
              <p:cNvPr id="35" name="Picture 70" descr="desktop_computer_stylized_medium">
                <a:extLst>
                  <a:ext uri="{FF2B5EF4-FFF2-40B4-BE49-F238E27FC236}">
                    <a16:creationId xmlns:a16="http://schemas.microsoft.com/office/drawing/2014/main" id="{7F629BC3-224A-A926-DE83-5248F2AD3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" name="Freeform 71">
                <a:extLst>
                  <a:ext uri="{FF2B5EF4-FFF2-40B4-BE49-F238E27FC236}">
                    <a16:creationId xmlns:a16="http://schemas.microsoft.com/office/drawing/2014/main" id="{937C8F05-FD9D-525F-5F6F-874D98776A2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" name="Text Box 41">
              <a:extLst>
                <a:ext uri="{FF2B5EF4-FFF2-40B4-BE49-F238E27FC236}">
                  <a16:creationId xmlns:a16="http://schemas.microsoft.com/office/drawing/2014/main" id="{6E241564-FBE2-5714-E3F4-293044E24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3286" y="1145961"/>
              <a:ext cx="17685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</p:txBody>
        </p:sp>
        <p:sp>
          <p:nvSpPr>
            <p:cNvPr id="38" name="Line 42">
              <a:extLst>
                <a:ext uri="{FF2B5EF4-FFF2-40B4-BE49-F238E27FC236}">
                  <a16:creationId xmlns:a16="http://schemas.microsoft.com/office/drawing/2014/main" id="{B1A386C8-3B5C-07AD-FA4C-E26824704C8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 flipV="1">
              <a:off x="4038725" y="1443910"/>
              <a:ext cx="528667" cy="533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1">
              <a:extLst>
                <a:ext uri="{FF2B5EF4-FFF2-40B4-BE49-F238E27FC236}">
                  <a16:creationId xmlns:a16="http://schemas.microsoft.com/office/drawing/2014/main" id="{47A0D3C0-5F06-B90B-3C9B-81291D4F5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441" y="2630267"/>
              <a:ext cx="139773" cy="185197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" name="Line 33">
              <a:extLst>
                <a:ext uri="{FF2B5EF4-FFF2-40B4-BE49-F238E27FC236}">
                  <a16:creationId xmlns:a16="http://schemas.microsoft.com/office/drawing/2014/main" id="{05AF5496-B3CE-E33E-6D0D-95B99BC775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7771" y="2599885"/>
              <a:ext cx="219680" cy="1619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94AE45E-5F93-3EF7-6DE3-8FF69364B86C}"/>
                </a:ext>
              </a:extLst>
            </p:cNvPr>
            <p:cNvCxnSpPr/>
            <p:nvPr/>
          </p:nvCxnSpPr>
          <p:spPr>
            <a:xfrm>
              <a:off x="4880582" y="2238559"/>
              <a:ext cx="33889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62B57390-2D65-6D42-B326-D3C91868F4E5}"/>
                </a:ext>
              </a:extLst>
            </p:cNvPr>
            <p:cNvGrpSpPr/>
            <p:nvPr/>
          </p:nvGrpSpPr>
          <p:grpSpPr>
            <a:xfrm>
              <a:off x="7991017" y="1778258"/>
              <a:ext cx="1511352" cy="863670"/>
              <a:chOff x="7493876" y="2774731"/>
              <a:chExt cx="1481958" cy="894622"/>
            </a:xfrm>
          </p:grpSpPr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AF459F32-52B3-1DF9-CDDB-2063F25AB1C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D1027D5E-CA45-6E74-FA49-76062D0419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9FEF96AA-D052-878D-A7E5-D68613E358A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" name="Freeform 45">
                  <a:extLst>
                    <a:ext uri="{FF2B5EF4-FFF2-40B4-BE49-F238E27FC236}">
                      <a16:creationId xmlns:a16="http://schemas.microsoft.com/office/drawing/2014/main" id="{B01AEF90-7806-B050-8894-41E64A3B7D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" name="Freeform 46">
                  <a:extLst>
                    <a:ext uri="{FF2B5EF4-FFF2-40B4-BE49-F238E27FC236}">
                      <a16:creationId xmlns:a16="http://schemas.microsoft.com/office/drawing/2014/main" id="{D04E54D4-413D-2352-171D-1CD3DAFB6B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" name="Freeform 47">
                  <a:extLst>
                    <a:ext uri="{FF2B5EF4-FFF2-40B4-BE49-F238E27FC236}">
                      <a16:creationId xmlns:a16="http://schemas.microsoft.com/office/drawing/2014/main" id="{52502179-79C7-C10F-C4D8-7318CCF35FA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Freeform 48">
                  <a:extLst>
                    <a:ext uri="{FF2B5EF4-FFF2-40B4-BE49-F238E27FC236}">
                      <a16:creationId xmlns:a16="http://schemas.microsoft.com/office/drawing/2014/main" id="{EBC33C5B-B4D1-B323-846F-2B119CD3D3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7162885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8F7E0E-7CBF-5E57-050A-9A912BEA6B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8C212C-115C-3626-0D73-4934F01A47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packet delay occurs?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A836E82E-974E-0C5C-4B40-442BA1A673F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3644853"/>
                <a:ext cx="10515600" cy="2848015"/>
              </a:xfrm>
            </p:spPr>
            <p:txBody>
              <a:bodyPr>
                <a:normAutofit/>
              </a:bodyPr>
              <a:lstStyle/>
              <a:p>
                <a:pPr marL="0" indent="0">
                  <a:buNone/>
                </a:pPr>
                <a:r>
                  <a:rPr lang="en-US" dirty="0"/>
                  <a:t>delay =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𝑡𝑟𝑎𝑛𝑠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𝑝𝑟𝑜𝑝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𝑝𝑟𝑜𝑐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𝑞𝑢𝑒𝑢𝑒</m:t>
                        </m:r>
                      </m:sub>
                    </m:sSub>
                  </m:oMath>
                </a14:m>
                <a:endParaRPr lang="en-US" dirty="0"/>
              </a:p>
              <a:p>
                <a:r>
                  <a:rPr lang="en-US" b="1" dirty="0"/>
                  <a:t>propagation delay: </a:t>
                </a:r>
                <a:r>
                  <a:rPr lang="en-US" dirty="0"/>
                  <a:t>travel time</a:t>
                </a:r>
              </a:p>
              <a:p>
                <a:pPr lvl="1"/>
                <a:r>
                  <a:rPr lang="en-US" dirty="0"/>
                  <a:t>d: length of physical link</a:t>
                </a:r>
              </a:p>
              <a:p>
                <a:pPr lvl="1"/>
                <a:r>
                  <a:rPr lang="en-US" dirty="0"/>
                  <a:t>s: propagation speed (~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2×</m:t>
                    </m:r>
                    <m:sSup>
                      <m:sSup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</m:oMath>
                </a14:m>
                <a:r>
                  <a:rPr lang="en-US" dirty="0"/>
                  <a:t> m/s)</a:t>
                </a:r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𝑝𝑟𝑜𝑝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 = </m:t>
                    </m:r>
                    <m:r>
                      <m:rPr>
                        <m:sty m:val="p"/>
                      </m:rPr>
                      <a:rPr lang="en-US" b="0" i="1" smtClean="0">
                        <a:latin typeface="Cambria Math" panose="02040503050406030204" pitchFamily="18" charset="0"/>
                      </a:rPr>
                      <m:t>d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US" b="0" i="1" smtClean="0">
                        <a:latin typeface="Cambria Math" panose="02040503050406030204" pitchFamily="18" charset="0"/>
                      </a:rPr>
                      <m:t>s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A836E82E-974E-0C5C-4B40-442BA1A673F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3644853"/>
                <a:ext cx="10515600" cy="2848015"/>
              </a:xfrm>
              <a:blipFill>
                <a:blip r:embed="rId2"/>
                <a:stretch>
                  <a:fillRect l="-1206" t="-3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0" name="Group 49">
            <a:extLst>
              <a:ext uri="{FF2B5EF4-FFF2-40B4-BE49-F238E27FC236}">
                <a16:creationId xmlns:a16="http://schemas.microsoft.com/office/drawing/2014/main" id="{E7980476-A5FC-3A04-7A1E-EAFD4A76D67B}"/>
              </a:ext>
            </a:extLst>
          </p:cNvPr>
          <p:cNvGrpSpPr/>
          <p:nvPr/>
        </p:nvGrpSpPr>
        <p:grpSpPr>
          <a:xfrm>
            <a:off x="2687211" y="1589662"/>
            <a:ext cx="6883623" cy="1860620"/>
            <a:chOff x="1816815" y="1145961"/>
            <a:chExt cx="7685554" cy="2274462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5B3C8151-F3E9-AB8C-8B72-DE050EFCFF3E}"/>
                </a:ext>
              </a:extLst>
            </p:cNvPr>
            <p:cNvGrpSpPr/>
            <p:nvPr/>
          </p:nvGrpSpPr>
          <p:grpSpPr>
            <a:xfrm>
              <a:off x="3364430" y="1767623"/>
              <a:ext cx="1511352" cy="863670"/>
              <a:chOff x="7493876" y="2774731"/>
              <a:chExt cx="1481958" cy="894622"/>
            </a:xfrm>
          </p:grpSpPr>
          <p:sp>
            <p:nvSpPr>
              <p:cNvPr id="5" name="Freeform 4">
                <a:extLst>
                  <a:ext uri="{FF2B5EF4-FFF2-40B4-BE49-F238E27FC236}">
                    <a16:creationId xmlns:a16="http://schemas.microsoft.com/office/drawing/2014/main" id="{DC59906D-FE28-2CA2-7348-6C4AA07DBC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683C939E-13C4-EE52-CE48-47264F2BD3A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DF2F75DB-857B-19A2-F3DD-0AF87C0BAB4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" name="Freeform 7">
                  <a:extLst>
                    <a:ext uri="{FF2B5EF4-FFF2-40B4-BE49-F238E27FC236}">
                      <a16:creationId xmlns:a16="http://schemas.microsoft.com/office/drawing/2014/main" id="{5FA862CF-877A-53F2-5695-ECC23B4459C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" name="Freeform 8">
                  <a:extLst>
                    <a:ext uri="{FF2B5EF4-FFF2-40B4-BE49-F238E27FC236}">
                      <a16:creationId xmlns:a16="http://schemas.microsoft.com/office/drawing/2014/main" id="{85894651-5F77-D765-2B63-30A73BE4AF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" name="Freeform 9">
                  <a:extLst>
                    <a:ext uri="{FF2B5EF4-FFF2-40B4-BE49-F238E27FC236}">
                      <a16:creationId xmlns:a16="http://schemas.microsoft.com/office/drawing/2014/main" id="{5C5B4B4E-0D09-CD41-830E-CD825209678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" name="Freeform 10">
                  <a:extLst>
                    <a:ext uri="{FF2B5EF4-FFF2-40B4-BE49-F238E27FC236}">
                      <a16:creationId xmlns:a16="http://schemas.microsoft.com/office/drawing/2014/main" id="{13C7B481-5EAB-31E5-92F7-C949E61D39B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2" name="Line 24">
              <a:extLst>
                <a:ext uri="{FF2B5EF4-FFF2-40B4-BE49-F238E27FC236}">
                  <a16:creationId xmlns:a16="http://schemas.microsoft.com/office/drawing/2014/main" id="{204C0CF9-3087-260C-28D9-96AD68EBCE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1011" y="1783635"/>
              <a:ext cx="741403" cy="355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29">
              <a:extLst>
                <a:ext uri="{FF2B5EF4-FFF2-40B4-BE49-F238E27FC236}">
                  <a16:creationId xmlns:a16="http://schemas.microsoft.com/office/drawing/2014/main" id="{09B2B5CA-AD13-F5C5-F5CF-3E3308344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378" y="2002710"/>
              <a:ext cx="147646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" name="Rectangle 30">
              <a:extLst>
                <a:ext uri="{FF2B5EF4-FFF2-40B4-BE49-F238E27FC236}">
                  <a16:creationId xmlns:a16="http://schemas.microsoft.com/office/drawing/2014/main" id="{3B4BF71A-835E-9040-735F-ACD109641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773" y="2074148"/>
              <a:ext cx="147645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" name="Rectangle 31">
              <a:extLst>
                <a:ext uri="{FF2B5EF4-FFF2-40B4-BE49-F238E27FC236}">
                  <a16:creationId xmlns:a16="http://schemas.microsoft.com/office/drawing/2014/main" id="{9C7ED442-E92D-A119-8815-C280E3734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707" y="2074148"/>
              <a:ext cx="147645" cy="200025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Line 35">
              <a:extLst>
                <a:ext uri="{FF2B5EF4-FFF2-40B4-BE49-F238E27FC236}">
                  <a16:creationId xmlns:a16="http://schemas.microsoft.com/office/drawing/2014/main" id="{783E89AA-29F5-BD04-B546-89B49E7CF6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2061" y="1833751"/>
              <a:ext cx="36673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38">
              <a:extLst>
                <a:ext uri="{FF2B5EF4-FFF2-40B4-BE49-F238E27FC236}">
                  <a16:creationId xmlns:a16="http://schemas.microsoft.com/office/drawing/2014/main" id="{76DFCA71-610A-D71F-D8D6-9EA15A6FF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301" y="2012235"/>
              <a:ext cx="147646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" name="Text Box 39">
              <a:extLst>
                <a:ext uri="{FF2B5EF4-FFF2-40B4-BE49-F238E27FC236}">
                  <a16:creationId xmlns:a16="http://schemas.microsoft.com/office/drawing/2014/main" id="{ECDF617B-84D5-BD29-6E46-C1BBE4FAB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0720" y="1587878"/>
              <a:ext cx="17004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propagation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" name="Line 40">
              <a:extLst>
                <a:ext uri="{FF2B5EF4-FFF2-40B4-BE49-F238E27FC236}">
                  <a16:creationId xmlns:a16="http://schemas.microsoft.com/office/drawing/2014/main" id="{20D51FA8-BA46-D97C-E6AF-EE37D26C9B4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5073803" y="1831109"/>
              <a:ext cx="31910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Text Box 43">
              <a:extLst>
                <a:ext uri="{FF2B5EF4-FFF2-40B4-BE49-F238E27FC236}">
                  <a16:creationId xmlns:a16="http://schemas.microsoft.com/office/drawing/2014/main" id="{43C32AA3-35BD-85AD-00BA-604430028A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6098" y="2729785"/>
              <a:ext cx="1511824" cy="690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nodal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processing</a:t>
              </a:r>
            </a:p>
          </p:txBody>
        </p:sp>
        <p:sp>
          <p:nvSpPr>
            <p:cNvPr id="21" name="Line 44">
              <a:extLst>
                <a:ext uri="{FF2B5EF4-FFF2-40B4-BE49-F238E27FC236}">
                  <a16:creationId xmlns:a16="http://schemas.microsoft.com/office/drawing/2014/main" id="{5E25D941-8727-6CC4-23D1-D09EFA859D9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3363541" y="2729991"/>
              <a:ext cx="8334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Line 45">
              <a:extLst>
                <a:ext uri="{FF2B5EF4-FFF2-40B4-BE49-F238E27FC236}">
                  <a16:creationId xmlns:a16="http://schemas.microsoft.com/office/drawing/2014/main" id="{57E933D9-D4A0-6262-0F94-24C54D02351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4187959" y="2536110"/>
              <a:ext cx="3857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Text Box 46">
              <a:extLst>
                <a:ext uri="{FF2B5EF4-FFF2-40B4-BE49-F238E27FC236}">
                  <a16:creationId xmlns:a16="http://schemas.microsoft.com/office/drawing/2014/main" id="{FD54FDFA-55D2-4388-51B9-918371052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5969" y="2957464"/>
              <a:ext cx="13548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queueing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" name="Line 47">
              <a:extLst>
                <a:ext uri="{FF2B5EF4-FFF2-40B4-BE49-F238E27FC236}">
                  <a16:creationId xmlns:a16="http://schemas.microsoft.com/office/drawing/2014/main" id="{32E552DF-B80A-C0F3-0E81-EEC64B5034A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49892" y="2536110"/>
              <a:ext cx="595346" cy="5524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Line 25">
              <a:extLst>
                <a:ext uri="{FF2B5EF4-FFF2-40B4-BE49-F238E27FC236}">
                  <a16:creationId xmlns:a16="http://schemas.microsoft.com/office/drawing/2014/main" id="{EDBDAF54-14CF-DBA4-3FAA-A9AA203CD4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9131" y="2323384"/>
              <a:ext cx="735346" cy="5499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Rectangle 32">
              <a:extLst>
                <a:ext uri="{FF2B5EF4-FFF2-40B4-BE49-F238E27FC236}">
                  <a16:creationId xmlns:a16="http://schemas.microsoft.com/office/drawing/2014/main" id="{B9DC6E5A-65B3-7179-C640-A81BAB94C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202" y="1974135"/>
              <a:ext cx="147646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Line 33">
              <a:extLst>
                <a:ext uri="{FF2B5EF4-FFF2-40B4-BE49-F238E27FC236}">
                  <a16:creationId xmlns:a16="http://schemas.microsoft.com/office/drawing/2014/main" id="{B17EE958-734E-C7DE-CCD1-A4C64A2900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9988" y="1910635"/>
              <a:ext cx="21114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Text Box 36">
              <a:extLst>
                <a:ext uri="{FF2B5EF4-FFF2-40B4-BE49-F238E27FC236}">
                  <a16:creationId xmlns:a16="http://schemas.microsoft.com/office/drawing/2014/main" id="{48CD5B09-D93C-C94D-BD7D-D202BECE1B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6815" y="1467723"/>
              <a:ext cx="39305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30" name="Text Box 37">
              <a:extLst>
                <a:ext uri="{FF2B5EF4-FFF2-40B4-BE49-F238E27FC236}">
                  <a16:creationId xmlns:a16="http://schemas.microsoft.com/office/drawing/2014/main" id="{AE068DB7-89CF-13E4-7963-0D5461CE2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5558" y="2420223"/>
              <a:ext cx="38023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</a:t>
              </a:r>
            </a:p>
          </p:txBody>
        </p:sp>
        <p:grpSp>
          <p:nvGrpSpPr>
            <p:cNvPr id="31" name="Group 66">
              <a:extLst>
                <a:ext uri="{FF2B5EF4-FFF2-40B4-BE49-F238E27FC236}">
                  <a16:creationId xmlns:a16="http://schemas.microsoft.com/office/drawing/2014/main" id="{8BC4C7CE-8739-5521-71EE-B168CC7EF1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3392" y="1467723"/>
              <a:ext cx="779505" cy="679450"/>
              <a:chOff x="-44" y="1473"/>
              <a:chExt cx="981" cy="1105"/>
            </a:xfrm>
          </p:grpSpPr>
          <p:pic>
            <p:nvPicPr>
              <p:cNvPr id="32" name="Picture 67" descr="desktop_computer_stylized_medium">
                <a:extLst>
                  <a:ext uri="{FF2B5EF4-FFF2-40B4-BE49-F238E27FC236}">
                    <a16:creationId xmlns:a16="http://schemas.microsoft.com/office/drawing/2014/main" id="{581F0DE6-E465-E1BE-26DE-4DE3122A8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3" name="Freeform 68">
                <a:extLst>
                  <a:ext uri="{FF2B5EF4-FFF2-40B4-BE49-F238E27FC236}">
                    <a16:creationId xmlns:a16="http://schemas.microsoft.com/office/drawing/2014/main" id="{48CE2F05-22AA-15B7-7752-C875E80BD8C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4" name="Group 69">
              <a:extLst>
                <a:ext uri="{FF2B5EF4-FFF2-40B4-BE49-F238E27FC236}">
                  <a16:creationId xmlns:a16="http://schemas.microsoft.com/office/drawing/2014/main" id="{B16A82AE-E00E-CA62-126F-F28914E62D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14200" y="2474691"/>
              <a:ext cx="779506" cy="679450"/>
              <a:chOff x="-44" y="1473"/>
              <a:chExt cx="981" cy="1105"/>
            </a:xfrm>
          </p:grpSpPr>
          <p:pic>
            <p:nvPicPr>
              <p:cNvPr id="35" name="Picture 70" descr="desktop_computer_stylized_medium">
                <a:extLst>
                  <a:ext uri="{FF2B5EF4-FFF2-40B4-BE49-F238E27FC236}">
                    <a16:creationId xmlns:a16="http://schemas.microsoft.com/office/drawing/2014/main" id="{2C4F6E57-5DD8-0986-52CF-A2FFB9C3D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" name="Freeform 71">
                <a:extLst>
                  <a:ext uri="{FF2B5EF4-FFF2-40B4-BE49-F238E27FC236}">
                    <a16:creationId xmlns:a16="http://schemas.microsoft.com/office/drawing/2014/main" id="{B550E27E-F5F8-69AB-F2EF-32FA96B516D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" name="Text Box 41">
              <a:extLst>
                <a:ext uri="{FF2B5EF4-FFF2-40B4-BE49-F238E27FC236}">
                  <a16:creationId xmlns:a16="http://schemas.microsoft.com/office/drawing/2014/main" id="{2521D750-58BA-4FE4-C007-70825E055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3286" y="1145961"/>
              <a:ext cx="17685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</p:txBody>
        </p:sp>
        <p:sp>
          <p:nvSpPr>
            <p:cNvPr id="38" name="Line 42">
              <a:extLst>
                <a:ext uri="{FF2B5EF4-FFF2-40B4-BE49-F238E27FC236}">
                  <a16:creationId xmlns:a16="http://schemas.microsoft.com/office/drawing/2014/main" id="{B1425405-39A4-3232-511F-9CC74077340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 flipV="1">
              <a:off x="4038725" y="1443910"/>
              <a:ext cx="528667" cy="533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1">
              <a:extLst>
                <a:ext uri="{FF2B5EF4-FFF2-40B4-BE49-F238E27FC236}">
                  <a16:creationId xmlns:a16="http://schemas.microsoft.com/office/drawing/2014/main" id="{6A391CB1-955F-3D01-D1D8-2153A02EF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441" y="2630267"/>
              <a:ext cx="139773" cy="185197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" name="Line 33">
              <a:extLst>
                <a:ext uri="{FF2B5EF4-FFF2-40B4-BE49-F238E27FC236}">
                  <a16:creationId xmlns:a16="http://schemas.microsoft.com/office/drawing/2014/main" id="{FF99B253-DE05-C847-FC04-886D49B7D0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7771" y="2599885"/>
              <a:ext cx="219680" cy="1619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5B307FFB-A92C-A22A-9CDC-B6D4C744CDBF}"/>
                </a:ext>
              </a:extLst>
            </p:cNvPr>
            <p:cNvCxnSpPr/>
            <p:nvPr/>
          </p:nvCxnSpPr>
          <p:spPr>
            <a:xfrm>
              <a:off x="4880582" y="2238559"/>
              <a:ext cx="33889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5B93CC2F-871E-6405-FDE7-3504A7DC1A3C}"/>
                </a:ext>
              </a:extLst>
            </p:cNvPr>
            <p:cNvGrpSpPr/>
            <p:nvPr/>
          </p:nvGrpSpPr>
          <p:grpSpPr>
            <a:xfrm>
              <a:off x="7991017" y="1778258"/>
              <a:ext cx="1511352" cy="863670"/>
              <a:chOff x="7493876" y="2774731"/>
              <a:chExt cx="1481958" cy="894622"/>
            </a:xfrm>
          </p:grpSpPr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4ECB09D7-3A80-A06D-59D3-8B2DC2D7961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8349FB19-81DF-B419-5055-55759A89186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E6EE5343-CCA4-86EB-C449-3F1BCA85EB0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" name="Freeform 45">
                  <a:extLst>
                    <a:ext uri="{FF2B5EF4-FFF2-40B4-BE49-F238E27FC236}">
                      <a16:creationId xmlns:a16="http://schemas.microsoft.com/office/drawing/2014/main" id="{5CB180D9-D4C1-1A6F-CEB5-07D426A2DCE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" name="Freeform 46">
                  <a:extLst>
                    <a:ext uri="{FF2B5EF4-FFF2-40B4-BE49-F238E27FC236}">
                      <a16:creationId xmlns:a16="http://schemas.microsoft.com/office/drawing/2014/main" id="{C997A03D-ECC7-F827-2EF6-33594BA84AB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" name="Freeform 47">
                  <a:extLst>
                    <a:ext uri="{FF2B5EF4-FFF2-40B4-BE49-F238E27FC236}">
                      <a16:creationId xmlns:a16="http://schemas.microsoft.com/office/drawing/2014/main" id="{1925BB8E-4621-BC51-B67F-BC5A8CD1438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Freeform 48">
                  <a:extLst>
                    <a:ext uri="{FF2B5EF4-FFF2-40B4-BE49-F238E27FC236}">
                      <a16:creationId xmlns:a16="http://schemas.microsoft.com/office/drawing/2014/main" id="{BB2EF8FF-9ABB-08FD-F028-6A23CFA3B5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57561403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E5F26F-6669-2502-FE56-C3B1A7EC34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900641-F0DE-800B-35A5-3811B046B1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packet delay occurs?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C6A4B04-695D-CE0F-D4F8-56C87207B06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3644853"/>
                <a:ext cx="10515600" cy="2848015"/>
              </a:xfrm>
            </p:spPr>
            <p:txBody>
              <a:bodyPr>
                <a:normAutofit/>
              </a:bodyPr>
              <a:lstStyle/>
              <a:p>
                <a:pPr marL="0" indent="0">
                  <a:buNone/>
                </a:pPr>
                <a:r>
                  <a:rPr lang="en-US" dirty="0"/>
                  <a:t>delay =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𝑡𝑟𝑎𝑛𝑠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𝑝𝑟𝑜𝑝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𝑝𝑟𝑜𝑐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𝑞𝑢𝑒𝑢𝑒</m:t>
                        </m:r>
                      </m:sub>
                    </m:sSub>
                  </m:oMath>
                </a14:m>
                <a:endParaRPr lang="en-US" dirty="0"/>
              </a:p>
              <a:p>
                <a:r>
                  <a:rPr lang="en-US" b="1" dirty="0"/>
                  <a:t>processing delay:</a:t>
                </a:r>
                <a:endParaRPr lang="en-US" dirty="0"/>
              </a:p>
              <a:p>
                <a:pPr lvl="1"/>
                <a:r>
                  <a:rPr lang="en-US" dirty="0"/>
                  <a:t>time to process packet headers</a:t>
                </a:r>
              </a:p>
              <a:p>
                <a:pPr lvl="1"/>
                <a:r>
                  <a:rPr lang="en-US" dirty="0"/>
                  <a:t>time to check if packet is not corrupted</a:t>
                </a:r>
              </a:p>
              <a:p>
                <a:pPr lvl="1"/>
                <a:r>
                  <a:rPr lang="en-US" dirty="0"/>
                  <a:t>function of "CPU power"</a:t>
                </a:r>
              </a:p>
              <a:p>
                <a:pPr marL="0" indent="0">
                  <a:buNone/>
                </a:pPr>
                <a:endParaRPr lang="en-US" dirty="0"/>
              </a:p>
              <a:p>
                <a:pPr lvl="1"/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6C6A4B04-695D-CE0F-D4F8-56C87207B06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3644853"/>
                <a:ext cx="10515600" cy="2848015"/>
              </a:xfrm>
              <a:blipFill>
                <a:blip r:embed="rId2"/>
                <a:stretch>
                  <a:fillRect l="-1206" t="-3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0" name="Group 49">
            <a:extLst>
              <a:ext uri="{FF2B5EF4-FFF2-40B4-BE49-F238E27FC236}">
                <a16:creationId xmlns:a16="http://schemas.microsoft.com/office/drawing/2014/main" id="{2193913A-269A-6743-CA1B-5EE71C64DC23}"/>
              </a:ext>
            </a:extLst>
          </p:cNvPr>
          <p:cNvGrpSpPr/>
          <p:nvPr/>
        </p:nvGrpSpPr>
        <p:grpSpPr>
          <a:xfrm>
            <a:off x="2687211" y="1589662"/>
            <a:ext cx="6883623" cy="1860620"/>
            <a:chOff x="1816815" y="1145961"/>
            <a:chExt cx="7685554" cy="2274462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9F31D8C4-3058-DE20-A8D7-1AFBFA97A3BC}"/>
                </a:ext>
              </a:extLst>
            </p:cNvPr>
            <p:cNvGrpSpPr/>
            <p:nvPr/>
          </p:nvGrpSpPr>
          <p:grpSpPr>
            <a:xfrm>
              <a:off x="3364430" y="1767623"/>
              <a:ext cx="1511352" cy="863670"/>
              <a:chOff x="7493876" y="2774731"/>
              <a:chExt cx="1481958" cy="894622"/>
            </a:xfrm>
          </p:grpSpPr>
          <p:sp>
            <p:nvSpPr>
              <p:cNvPr id="5" name="Freeform 4">
                <a:extLst>
                  <a:ext uri="{FF2B5EF4-FFF2-40B4-BE49-F238E27FC236}">
                    <a16:creationId xmlns:a16="http://schemas.microsoft.com/office/drawing/2014/main" id="{E1DC362C-76BF-D455-5CE7-C453B4AAE16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3F02D480-F7A9-0451-B861-98481EA7DD8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77761197-9C7E-7B04-D044-D50D7DC41B9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" name="Freeform 7">
                  <a:extLst>
                    <a:ext uri="{FF2B5EF4-FFF2-40B4-BE49-F238E27FC236}">
                      <a16:creationId xmlns:a16="http://schemas.microsoft.com/office/drawing/2014/main" id="{4624A823-A893-C273-EA7A-FA6C74BDA71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" name="Freeform 8">
                  <a:extLst>
                    <a:ext uri="{FF2B5EF4-FFF2-40B4-BE49-F238E27FC236}">
                      <a16:creationId xmlns:a16="http://schemas.microsoft.com/office/drawing/2014/main" id="{0B3F42EC-041B-DE9C-38A1-8EA581E119A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" name="Freeform 9">
                  <a:extLst>
                    <a:ext uri="{FF2B5EF4-FFF2-40B4-BE49-F238E27FC236}">
                      <a16:creationId xmlns:a16="http://schemas.microsoft.com/office/drawing/2014/main" id="{CF8C7275-5757-8484-C2CB-0FD53C1D067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" name="Freeform 10">
                  <a:extLst>
                    <a:ext uri="{FF2B5EF4-FFF2-40B4-BE49-F238E27FC236}">
                      <a16:creationId xmlns:a16="http://schemas.microsoft.com/office/drawing/2014/main" id="{A8D3D030-C33F-B07A-42EB-5B0AEADCCCD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2" name="Line 24">
              <a:extLst>
                <a:ext uri="{FF2B5EF4-FFF2-40B4-BE49-F238E27FC236}">
                  <a16:creationId xmlns:a16="http://schemas.microsoft.com/office/drawing/2014/main" id="{D93F8209-5C55-5AF6-6A1F-C654041602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1011" y="1783635"/>
              <a:ext cx="741403" cy="355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29">
              <a:extLst>
                <a:ext uri="{FF2B5EF4-FFF2-40B4-BE49-F238E27FC236}">
                  <a16:creationId xmlns:a16="http://schemas.microsoft.com/office/drawing/2014/main" id="{98CB597B-3D4D-5A09-E916-F1D4E246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378" y="2002710"/>
              <a:ext cx="147646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4" name="Rectangle 30">
              <a:extLst>
                <a:ext uri="{FF2B5EF4-FFF2-40B4-BE49-F238E27FC236}">
                  <a16:creationId xmlns:a16="http://schemas.microsoft.com/office/drawing/2014/main" id="{DC3147EC-262D-C496-00F1-8498BD602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773" y="2074148"/>
              <a:ext cx="147645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5" name="Rectangle 31">
              <a:extLst>
                <a:ext uri="{FF2B5EF4-FFF2-40B4-BE49-F238E27FC236}">
                  <a16:creationId xmlns:a16="http://schemas.microsoft.com/office/drawing/2014/main" id="{9A7B302E-9CD5-0A30-73E8-2F2B2EE9A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707" y="2074148"/>
              <a:ext cx="147645" cy="200025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6" name="Line 35">
              <a:extLst>
                <a:ext uri="{FF2B5EF4-FFF2-40B4-BE49-F238E27FC236}">
                  <a16:creationId xmlns:a16="http://schemas.microsoft.com/office/drawing/2014/main" id="{EDC8F0EB-6CF0-24F4-A698-D3A45BBFBB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2061" y="1833751"/>
              <a:ext cx="36673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38">
              <a:extLst>
                <a:ext uri="{FF2B5EF4-FFF2-40B4-BE49-F238E27FC236}">
                  <a16:creationId xmlns:a16="http://schemas.microsoft.com/office/drawing/2014/main" id="{1D3F2034-E5B8-3E04-8056-65E58F0B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301" y="2012235"/>
              <a:ext cx="147646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8" name="Text Box 39">
              <a:extLst>
                <a:ext uri="{FF2B5EF4-FFF2-40B4-BE49-F238E27FC236}">
                  <a16:creationId xmlns:a16="http://schemas.microsoft.com/office/drawing/2014/main" id="{71056640-DF2B-68CC-76D5-37D204055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0720" y="1587878"/>
              <a:ext cx="17004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propagation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9" name="Line 40">
              <a:extLst>
                <a:ext uri="{FF2B5EF4-FFF2-40B4-BE49-F238E27FC236}">
                  <a16:creationId xmlns:a16="http://schemas.microsoft.com/office/drawing/2014/main" id="{BF868D26-A59C-9A3E-33CE-D198A105FE2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5073803" y="1831109"/>
              <a:ext cx="31910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Text Box 43">
              <a:extLst>
                <a:ext uri="{FF2B5EF4-FFF2-40B4-BE49-F238E27FC236}">
                  <a16:creationId xmlns:a16="http://schemas.microsoft.com/office/drawing/2014/main" id="{C1537331-BF77-6332-0378-29E5C4635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6098" y="2729785"/>
              <a:ext cx="1511824" cy="690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nodal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processing</a:t>
              </a:r>
            </a:p>
          </p:txBody>
        </p:sp>
        <p:sp>
          <p:nvSpPr>
            <p:cNvPr id="21" name="Line 44">
              <a:extLst>
                <a:ext uri="{FF2B5EF4-FFF2-40B4-BE49-F238E27FC236}">
                  <a16:creationId xmlns:a16="http://schemas.microsoft.com/office/drawing/2014/main" id="{ACB44DA7-5771-DBBC-4FF5-D7216138392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3363541" y="2729991"/>
              <a:ext cx="8334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Line 45">
              <a:extLst>
                <a:ext uri="{FF2B5EF4-FFF2-40B4-BE49-F238E27FC236}">
                  <a16:creationId xmlns:a16="http://schemas.microsoft.com/office/drawing/2014/main" id="{A9A9288C-F8B2-15A8-33FD-DEEC788669B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4187959" y="2536110"/>
              <a:ext cx="3857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Text Box 46">
              <a:extLst>
                <a:ext uri="{FF2B5EF4-FFF2-40B4-BE49-F238E27FC236}">
                  <a16:creationId xmlns:a16="http://schemas.microsoft.com/office/drawing/2014/main" id="{07421322-C193-CBDB-632F-7D8CF86F66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5969" y="2957464"/>
              <a:ext cx="13548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queueing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" name="Line 47">
              <a:extLst>
                <a:ext uri="{FF2B5EF4-FFF2-40B4-BE49-F238E27FC236}">
                  <a16:creationId xmlns:a16="http://schemas.microsoft.com/office/drawing/2014/main" id="{280AF4BA-A80A-DE34-2EFE-1EA702B84BF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49892" y="2536110"/>
              <a:ext cx="595346" cy="5524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Line 25">
              <a:extLst>
                <a:ext uri="{FF2B5EF4-FFF2-40B4-BE49-F238E27FC236}">
                  <a16:creationId xmlns:a16="http://schemas.microsoft.com/office/drawing/2014/main" id="{BED4E64F-3B79-2207-145F-80AA50CDF2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9131" y="2323384"/>
              <a:ext cx="735346" cy="5499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Rectangle 32">
              <a:extLst>
                <a:ext uri="{FF2B5EF4-FFF2-40B4-BE49-F238E27FC236}">
                  <a16:creationId xmlns:a16="http://schemas.microsoft.com/office/drawing/2014/main" id="{D8565FBD-2E9F-47D7-FF18-BF44B70CA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202" y="1974135"/>
              <a:ext cx="147646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" name="Line 33">
              <a:extLst>
                <a:ext uri="{FF2B5EF4-FFF2-40B4-BE49-F238E27FC236}">
                  <a16:creationId xmlns:a16="http://schemas.microsoft.com/office/drawing/2014/main" id="{CCEDF4D9-A579-CF9F-B175-97F1C923B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9988" y="1910635"/>
              <a:ext cx="21114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Text Box 36">
              <a:extLst>
                <a:ext uri="{FF2B5EF4-FFF2-40B4-BE49-F238E27FC236}">
                  <a16:creationId xmlns:a16="http://schemas.microsoft.com/office/drawing/2014/main" id="{072B59D0-9C37-99AC-AD2E-D8616FE7F6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6815" y="1467723"/>
              <a:ext cx="39305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30" name="Text Box 37">
              <a:extLst>
                <a:ext uri="{FF2B5EF4-FFF2-40B4-BE49-F238E27FC236}">
                  <a16:creationId xmlns:a16="http://schemas.microsoft.com/office/drawing/2014/main" id="{AF1B3D8D-4F1A-5FD1-7DD1-31F88B8C0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5558" y="2420223"/>
              <a:ext cx="38023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</a:t>
              </a:r>
            </a:p>
          </p:txBody>
        </p:sp>
        <p:grpSp>
          <p:nvGrpSpPr>
            <p:cNvPr id="31" name="Group 66">
              <a:extLst>
                <a:ext uri="{FF2B5EF4-FFF2-40B4-BE49-F238E27FC236}">
                  <a16:creationId xmlns:a16="http://schemas.microsoft.com/office/drawing/2014/main" id="{AA87ADD8-F9D0-3737-A770-CD72FA2320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3392" y="1467723"/>
              <a:ext cx="779505" cy="679450"/>
              <a:chOff x="-44" y="1473"/>
              <a:chExt cx="981" cy="1105"/>
            </a:xfrm>
          </p:grpSpPr>
          <p:pic>
            <p:nvPicPr>
              <p:cNvPr id="32" name="Picture 67" descr="desktop_computer_stylized_medium">
                <a:extLst>
                  <a:ext uri="{FF2B5EF4-FFF2-40B4-BE49-F238E27FC236}">
                    <a16:creationId xmlns:a16="http://schemas.microsoft.com/office/drawing/2014/main" id="{45FDCB81-1251-2933-FD35-3E20ED710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3" name="Freeform 68">
                <a:extLst>
                  <a:ext uri="{FF2B5EF4-FFF2-40B4-BE49-F238E27FC236}">
                    <a16:creationId xmlns:a16="http://schemas.microsoft.com/office/drawing/2014/main" id="{E3E35F4C-D0DC-07CB-DD56-FC5B412A4FC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4" name="Group 69">
              <a:extLst>
                <a:ext uri="{FF2B5EF4-FFF2-40B4-BE49-F238E27FC236}">
                  <a16:creationId xmlns:a16="http://schemas.microsoft.com/office/drawing/2014/main" id="{0C2AE602-F362-0198-C061-AA7CBE281E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14200" y="2474691"/>
              <a:ext cx="779506" cy="679450"/>
              <a:chOff x="-44" y="1473"/>
              <a:chExt cx="981" cy="1105"/>
            </a:xfrm>
          </p:grpSpPr>
          <p:pic>
            <p:nvPicPr>
              <p:cNvPr id="35" name="Picture 70" descr="desktop_computer_stylized_medium">
                <a:extLst>
                  <a:ext uri="{FF2B5EF4-FFF2-40B4-BE49-F238E27FC236}">
                    <a16:creationId xmlns:a16="http://schemas.microsoft.com/office/drawing/2014/main" id="{EFE0CA0E-B20A-1B5C-A12E-7828D35F4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" name="Freeform 71">
                <a:extLst>
                  <a:ext uri="{FF2B5EF4-FFF2-40B4-BE49-F238E27FC236}">
                    <a16:creationId xmlns:a16="http://schemas.microsoft.com/office/drawing/2014/main" id="{235F79D8-5A20-1A11-21E7-901E4A0C0D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" name="Text Box 41">
              <a:extLst>
                <a:ext uri="{FF2B5EF4-FFF2-40B4-BE49-F238E27FC236}">
                  <a16:creationId xmlns:a16="http://schemas.microsoft.com/office/drawing/2014/main" id="{590378DE-DECE-8BCC-52AC-66C9D05D67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3286" y="1145961"/>
              <a:ext cx="17685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</p:txBody>
        </p:sp>
        <p:sp>
          <p:nvSpPr>
            <p:cNvPr id="38" name="Line 42">
              <a:extLst>
                <a:ext uri="{FF2B5EF4-FFF2-40B4-BE49-F238E27FC236}">
                  <a16:creationId xmlns:a16="http://schemas.microsoft.com/office/drawing/2014/main" id="{BB6077AA-6670-69C3-7EEA-E0313E864D9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 flipV="1">
              <a:off x="4038725" y="1443910"/>
              <a:ext cx="528667" cy="533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1">
              <a:extLst>
                <a:ext uri="{FF2B5EF4-FFF2-40B4-BE49-F238E27FC236}">
                  <a16:creationId xmlns:a16="http://schemas.microsoft.com/office/drawing/2014/main" id="{DF891E17-E74C-043F-0E1D-91AFD32B9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441" y="2630267"/>
              <a:ext cx="139773" cy="185197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0" name="Line 33">
              <a:extLst>
                <a:ext uri="{FF2B5EF4-FFF2-40B4-BE49-F238E27FC236}">
                  <a16:creationId xmlns:a16="http://schemas.microsoft.com/office/drawing/2014/main" id="{137F2194-E809-8BEB-C419-2FB306D11C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7771" y="2599885"/>
              <a:ext cx="219680" cy="1619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5CF74B96-D4A6-669F-CEB6-CD949F11704B}"/>
                </a:ext>
              </a:extLst>
            </p:cNvPr>
            <p:cNvCxnSpPr/>
            <p:nvPr/>
          </p:nvCxnSpPr>
          <p:spPr>
            <a:xfrm>
              <a:off x="4880582" y="2238559"/>
              <a:ext cx="33889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798905C8-AE33-3DDA-0507-E6E83A7F12F9}"/>
                </a:ext>
              </a:extLst>
            </p:cNvPr>
            <p:cNvGrpSpPr/>
            <p:nvPr/>
          </p:nvGrpSpPr>
          <p:grpSpPr>
            <a:xfrm>
              <a:off x="7991017" y="1778258"/>
              <a:ext cx="1511352" cy="863670"/>
              <a:chOff x="7493876" y="2774731"/>
              <a:chExt cx="1481958" cy="894622"/>
            </a:xfrm>
          </p:grpSpPr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7BF034BF-FA92-53CE-2240-B01D497E548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00233D96-31B9-50DA-36B9-80DEEA599C5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57836E65-DB4E-D1D1-5EDC-77D88EAD2B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" name="Freeform 45">
                  <a:extLst>
                    <a:ext uri="{FF2B5EF4-FFF2-40B4-BE49-F238E27FC236}">
                      <a16:creationId xmlns:a16="http://schemas.microsoft.com/office/drawing/2014/main" id="{459D8CC2-21C9-F6EF-8B83-73FBD5FAF4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" name="Freeform 46">
                  <a:extLst>
                    <a:ext uri="{FF2B5EF4-FFF2-40B4-BE49-F238E27FC236}">
                      <a16:creationId xmlns:a16="http://schemas.microsoft.com/office/drawing/2014/main" id="{4CF205E7-7658-71A2-CF73-6E373417070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" name="Freeform 47">
                  <a:extLst>
                    <a:ext uri="{FF2B5EF4-FFF2-40B4-BE49-F238E27FC236}">
                      <a16:creationId xmlns:a16="http://schemas.microsoft.com/office/drawing/2014/main" id="{3035F366-5EC7-4C7A-8DC9-CAA3BD26C62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Freeform 48">
                  <a:extLst>
                    <a:ext uri="{FF2B5EF4-FFF2-40B4-BE49-F238E27FC236}">
                      <a16:creationId xmlns:a16="http://schemas.microsoft.com/office/drawing/2014/main" id="{7740245F-B3F0-30D2-3330-90B7D7298D8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7182198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FEA3E2-59DE-841B-2B7B-9A4266A692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Queueing delay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CEF16B60-E0C1-6763-897D-9E6FA5953F4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838200" y="1825624"/>
                <a:ext cx="10515600" cy="5032375"/>
              </a:xfrm>
            </p:spPr>
            <p:txBody>
              <a:bodyPr>
                <a:normAutofit/>
              </a:bodyPr>
              <a:lstStyle/>
              <a:p>
                <a:r>
                  <a:rPr lang="en-US" dirty="0"/>
                  <a:t>depends on in and out rates</a:t>
                </a:r>
              </a:p>
              <a:p>
                <a:r>
                  <a:rPr lang="en-US" dirty="0"/>
                  <a:t>harder to estimate exactly</a:t>
                </a:r>
              </a:p>
              <a:p>
                <a:endParaRPr lang="en-US" sz="1000" dirty="0"/>
              </a:p>
              <a:p>
                <a:pPr marL="0" indent="0">
                  <a:buNone/>
                </a:pPr>
                <a:r>
                  <a:rPr lang="en-US" dirty="0"/>
                  <a:t>Useful metric: </a:t>
                </a:r>
                <a:r>
                  <a:rPr lang="en-US" b="1" dirty="0"/>
                  <a:t>traffic intensity</a:t>
                </a:r>
              </a:p>
              <a:p>
                <a14:m>
                  <m:oMath xmlns:m="http://schemas.openxmlformats.org/officeDocument/2006/math">
                    <m:r>
                      <a:rPr lang="en-US" sz="2400" i="1"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r>
                  <a:rPr lang="en-US" sz="2400" b="1" dirty="0"/>
                  <a:t>: </a:t>
                </a:r>
                <a:r>
                  <a:rPr lang="en-US" sz="2400" dirty="0"/>
                  <a:t>average packet arrival rate (pkt/s)</a:t>
                </a:r>
              </a:p>
              <a:p>
                <a:r>
                  <a:rPr lang="en-US" sz="2400" dirty="0"/>
                  <a:t>L: packet length (bits)</a:t>
                </a:r>
              </a:p>
              <a:p>
                <a:r>
                  <a:rPr lang="en-US" sz="2400" dirty="0"/>
                  <a:t>R: link transmission rate (bps)</a:t>
                </a:r>
              </a:p>
              <a:p>
                <a:endParaRPr lang="en-US" sz="1000" dirty="0"/>
              </a:p>
              <a:p>
                <a:pPr marL="231775" lvl="0" indent="-231775">
                  <a:lnSpc>
                    <a:spcPct val="100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itchFamily="2" charset="2"/>
                  <a:buChar char="§"/>
                  <a:defRPr/>
                </a:pPr>
                <a:r>
                  <a:rPr lang="en-US" altLang="en-US" i="1" dirty="0">
                    <a:solidFill>
                      <a:prstClr val="black"/>
                    </a:solidFill>
                    <a:latin typeface="Calibri" panose="020F0502020204030204"/>
                    <a:ea typeface="ＭＳ Ｐゴシック" panose="020B0600070205080204" pitchFamily="34" charset="-128"/>
                  </a:rPr>
                  <a:t>La/R</a:t>
                </a:r>
                <a:r>
                  <a:rPr lang="en-US" altLang="en-US" dirty="0">
                    <a:solidFill>
                      <a:prstClr val="black"/>
                    </a:solidFill>
                    <a:latin typeface="Calibri" panose="020F0502020204030204"/>
                    <a:ea typeface="ＭＳ Ｐゴシック" panose="020B0600070205080204" pitchFamily="34" charset="-128"/>
                  </a:rPr>
                  <a:t> &lt;&lt; 1: avg. queueing delay small</a:t>
                </a:r>
              </a:p>
              <a:p>
                <a:pPr marL="231775" lvl="0" indent="-231775">
                  <a:lnSpc>
                    <a:spcPct val="100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itchFamily="2" charset="2"/>
                  <a:buChar char="§"/>
                  <a:defRPr/>
                </a:pPr>
                <a:r>
                  <a:rPr lang="en-US" altLang="en-US" i="1" dirty="0">
                    <a:solidFill>
                      <a:prstClr val="black"/>
                    </a:solidFill>
                    <a:latin typeface="Calibri" panose="020F0502020204030204"/>
                    <a:ea typeface="ＭＳ Ｐゴシック" panose="020B0600070205080204" pitchFamily="34" charset="-128"/>
                  </a:rPr>
                  <a:t>La/R </a:t>
                </a:r>
                <a:r>
                  <a:rPr lang="en-US" altLang="en-US" dirty="0">
                    <a:solidFill>
                      <a:prstClr val="black"/>
                    </a:solidFill>
                    <a:latin typeface="Calibri" panose="020F0502020204030204"/>
                  </a:rPr>
                  <a:t>-&gt;</a:t>
                </a:r>
                <a:r>
                  <a:rPr lang="en-US" altLang="en-US" dirty="0">
                    <a:solidFill>
                      <a:prstClr val="black"/>
                    </a:solidFill>
                    <a:latin typeface="Calibri" panose="020F0502020204030204"/>
                    <a:ea typeface="ＭＳ Ｐゴシック" panose="020B0600070205080204" pitchFamily="34" charset="-128"/>
                  </a:rPr>
                  <a:t> 1: avg. queueing delay high </a:t>
                </a:r>
                <a:r>
                  <a:rPr lang="en-US" altLang="en-US" sz="2400" dirty="0">
                    <a:solidFill>
                      <a:prstClr val="black"/>
                    </a:solidFill>
                    <a:latin typeface="Calibri" panose="020F0502020204030204"/>
                    <a:ea typeface="ＭＳ Ｐゴシック" panose="020B0600070205080204" pitchFamily="34" charset="-128"/>
                  </a:rPr>
                  <a:t>(</a:t>
                </a:r>
                <a:r>
                  <a:rPr lang="en-US" altLang="en-US" sz="2400" b="1" dirty="0">
                    <a:solidFill>
                      <a:prstClr val="black"/>
                    </a:solidFill>
                    <a:latin typeface="Calibri" panose="020F0502020204030204"/>
                    <a:ea typeface="ＭＳ Ｐゴシック" panose="020B0600070205080204" pitchFamily="34" charset="-128"/>
                  </a:rPr>
                  <a:t>Q: </a:t>
                </a:r>
                <a:r>
                  <a:rPr lang="en-US" altLang="en-US" sz="2400" dirty="0">
                    <a:solidFill>
                      <a:prstClr val="black"/>
                    </a:solidFill>
                    <a:latin typeface="Calibri" panose="020F0502020204030204"/>
                    <a:ea typeface="ＭＳ Ｐゴシック" panose="020B0600070205080204" pitchFamily="34" charset="-128"/>
                  </a:rPr>
                  <a:t>what happens to "excess" packets?)</a:t>
                </a:r>
                <a:endParaRPr lang="en-US" dirty="0"/>
              </a:p>
              <a:p>
                <a:endParaRPr lang="en-US" sz="3200" dirty="0"/>
              </a:p>
              <a:p>
                <a:pPr marL="0" indent="0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3" name="Content Placeholder 2">
                <a:extLst>
                  <a:ext uri="{FF2B5EF4-FFF2-40B4-BE49-F238E27FC236}">
                    <a16:creationId xmlns:a16="http://schemas.microsoft.com/office/drawing/2014/main" id="{CEF16B60-E0C1-6763-897D-9E6FA5953F4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38200" y="1825624"/>
                <a:ext cx="10515600" cy="5032375"/>
              </a:xfrm>
              <a:blipFill>
                <a:blip r:embed="rId2"/>
                <a:stretch>
                  <a:fillRect l="-1206" t="-20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>
            <a:extLst>
              <a:ext uri="{FF2B5EF4-FFF2-40B4-BE49-F238E27FC236}">
                <a16:creationId xmlns:a16="http://schemas.microsoft.com/office/drawing/2014/main" id="{8960EA00-4D90-1B54-9409-550B3D7EC3AF}"/>
              </a:ext>
            </a:extLst>
          </p:cNvPr>
          <p:cNvGrpSpPr/>
          <p:nvPr/>
        </p:nvGrpSpPr>
        <p:grpSpPr>
          <a:xfrm>
            <a:off x="8570912" y="1825625"/>
            <a:ext cx="2782888" cy="2261260"/>
            <a:chOff x="8407167" y="4367394"/>
            <a:chExt cx="2782888" cy="2261260"/>
          </a:xfrm>
        </p:grpSpPr>
        <p:pic>
          <p:nvPicPr>
            <p:cNvPr id="5" name="Picture 13">
              <a:extLst>
                <a:ext uri="{FF2B5EF4-FFF2-40B4-BE49-F238E27FC236}">
                  <a16:creationId xmlns:a16="http://schemas.microsoft.com/office/drawing/2014/main" id="{AEB45B56-7D22-38B2-B161-7DCBF1793B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14">
              <a:extLst>
                <a:ext uri="{FF2B5EF4-FFF2-40B4-BE49-F238E27FC236}">
                  <a16:creationId xmlns:a16="http://schemas.microsoft.com/office/drawing/2014/main" id="{B7E167A0-63D1-BC5F-50BD-BD66FDF1E9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" name="Text Box 15">
              <a:extLst>
                <a:ext uri="{FF2B5EF4-FFF2-40B4-BE49-F238E27FC236}">
                  <a16:creationId xmlns:a16="http://schemas.microsoft.com/office/drawing/2014/main" id="{536AF193-DE5B-5413-8B57-9C7CFDFCA6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10695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&lt;&lt;</a:t>
              </a:r>
              <a:r>
                <a:rPr lang="en-US" altLang="en-US" sz="1800" i="1" dirty="0">
                  <a:solidFill>
                    <a:prstClr val="black"/>
                  </a:solidFill>
                  <a:latin typeface="Calibri" panose="020F0502020204030204"/>
                </a:rPr>
                <a:t> </a:t>
              </a:r>
              <a:r>
                <a:rPr lang="en-US" altLang="en-US" sz="1800" dirty="0">
                  <a:solidFill>
                    <a:prstClr val="black"/>
                  </a:solidFill>
                  <a:latin typeface="Calibri" panose="020F0502020204030204"/>
                </a:rPr>
                <a:t>1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" name="Text Box 16">
              <a:extLst>
                <a:ext uri="{FF2B5EF4-FFF2-40B4-BE49-F238E27FC236}">
                  <a16:creationId xmlns:a16="http://schemas.microsoft.com/office/drawing/2014/main" id="{EB9ECAFD-596A-0A83-00D2-CA63F28DB4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9FC23465-F76B-A393-0889-7C2A84CB67E9}"/>
                  </a:ext>
                </a:extLst>
              </p:cNvPr>
              <p:cNvSpPr txBox="1"/>
              <p:nvPr/>
            </p:nvSpPr>
            <p:spPr>
              <a:xfrm>
                <a:off x="6096000" y="3182646"/>
                <a:ext cx="2933880" cy="910570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28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2800" b="0" i="1" smtClean="0">
                              <a:latin typeface="Cambria Math" panose="02040503050406030204" pitchFamily="18" charset="0"/>
                            </a:rPr>
                            <m:t>×</m:t>
                          </m:r>
                          <m:r>
                            <a:rPr lang="en-US" sz="2800" b="0" i="1" smtClean="0">
                              <a:latin typeface="Cambria Math" panose="02040503050406030204" pitchFamily="18" charset="0"/>
                            </a:rPr>
                            <m:t>𝛼</m:t>
                          </m:r>
                        </m:num>
                        <m:den>
                          <m:r>
                            <a:rPr lang="en-US" sz="2800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den>
                      </m:f>
                      <m:r>
                        <a:rPr lang="en-US" sz="2800" b="0" i="1" smtClean="0">
                          <a:latin typeface="Cambria Math" panose="02040503050406030204" pitchFamily="18" charset="0"/>
                        </a:rPr>
                        <m:t>:</m:t>
                      </m:r>
                      <m:f>
                        <m:fPr>
                          <m:ctrlPr>
                            <a:rPr lang="en-US" sz="28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en-US" sz="2800" b="0" i="0" smtClean="0">
                              <a:latin typeface="Cambria Math" panose="02040503050406030204" pitchFamily="18" charset="0"/>
                            </a:rPr>
                            <m:t>arrival</m:t>
                          </m:r>
                          <m:r>
                            <m:rPr>
                              <m:nor/>
                            </m:rPr>
                            <a:rPr lang="en-US" sz="2800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b="0" i="0" smtClean="0">
                              <a:latin typeface="Cambria Math" panose="02040503050406030204" pitchFamily="18" charset="0"/>
                            </a:rPr>
                            <m:t>rate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US" sz="2800" b="0" i="0" smtClean="0">
                              <a:latin typeface="Cambria Math" panose="02040503050406030204" pitchFamily="18" charset="0"/>
                            </a:rPr>
                            <m:t>service</m:t>
                          </m:r>
                          <m:r>
                            <m:rPr>
                              <m:nor/>
                            </m:rPr>
                            <a:rPr lang="en-US" sz="2800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b="0" i="0" smtClean="0">
                              <a:latin typeface="Cambria Math" panose="02040503050406030204" pitchFamily="18" charset="0"/>
                            </a:rPr>
                            <m:t>rate</m:t>
                          </m:r>
                        </m:den>
                      </m:f>
                    </m:oMath>
                  </m:oMathPara>
                </a14:m>
                <a:endParaRPr lang="en-US" sz="280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9FC23465-F76B-A393-0889-7C2A84CB67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3182646"/>
                <a:ext cx="2933880" cy="910570"/>
              </a:xfrm>
              <a:prstGeom prst="rect">
                <a:avLst/>
              </a:prstGeom>
              <a:blipFill>
                <a:blip r:embed="rId5"/>
                <a:stretch>
                  <a:fillRect t="-1351" b="-2027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3765878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A07391-40C5-6A88-5891-5360CAD5DA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"Real" Internet delays and routes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ABDA23D-3C2B-ADA7-5A11-97512593C12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traceroute</a:t>
            </a:r>
            <a:r>
              <a:rPr lang="en-US" dirty="0"/>
              <a:t> program:</a:t>
            </a:r>
          </a:p>
          <a:p>
            <a:r>
              <a:rPr lang="en-US" dirty="0"/>
              <a:t>sends 3 packets that will reach router </a:t>
            </a:r>
            <a:r>
              <a:rPr lang="en-US" i="1" dirty="0" err="1"/>
              <a:t>i</a:t>
            </a:r>
            <a:r>
              <a:rPr lang="en-US" i="1" dirty="0"/>
              <a:t> </a:t>
            </a:r>
            <a:r>
              <a:rPr lang="en-US" dirty="0"/>
              <a:t>on path towards destination</a:t>
            </a:r>
          </a:p>
          <a:p>
            <a:r>
              <a:rPr lang="en-US" dirty="0"/>
              <a:t>router </a:t>
            </a:r>
            <a:r>
              <a:rPr lang="en-US" i="1" dirty="0" err="1"/>
              <a:t>i</a:t>
            </a:r>
            <a:r>
              <a:rPr lang="en-US" dirty="0"/>
              <a:t> will return packets to sender</a:t>
            </a:r>
          </a:p>
          <a:p>
            <a:r>
              <a:rPr lang="en-US" dirty="0"/>
              <a:t>sender measures time interval between transmission and reply</a:t>
            </a:r>
          </a:p>
        </p:txBody>
      </p:sp>
      <p:sp>
        <p:nvSpPr>
          <p:cNvPr id="4" name="Line 38">
            <a:extLst>
              <a:ext uri="{FF2B5EF4-FFF2-40B4-BE49-F238E27FC236}">
                <a16:creationId xmlns:a16="http://schemas.microsoft.com/office/drawing/2014/main" id="{19620290-6392-DE7B-B3F8-CD658FF5006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Line 105">
            <a:extLst>
              <a:ext uri="{FF2B5EF4-FFF2-40B4-BE49-F238E27FC236}">
                <a16:creationId xmlns:a16="http://schemas.microsoft.com/office/drawing/2014/main" id="{6A2CF4A1-E57B-25D1-87E4-853A691B297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C363819-FA5C-FF1D-019C-7C780E6EBA32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4C72EB5F-BF32-5BF2-6FD0-A0CBBBBCA8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3E31139C-4063-4913-D747-26D520FD399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D9A7C144-66C8-C635-2FC5-193A84CCF7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0B3C46D-CDE8-8164-408B-7769E4E313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8C4B58F1-CB0F-8883-DB19-3E7475E0A7D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3B9BBE6B-6823-AF09-3313-6D9BDD753A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19014CF6-CC36-C381-8845-AB017F56B07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4" name="Line 106">
            <a:extLst>
              <a:ext uri="{FF2B5EF4-FFF2-40B4-BE49-F238E27FC236}">
                <a16:creationId xmlns:a16="http://schemas.microsoft.com/office/drawing/2014/main" id="{9B22252B-EE9D-B04D-BA65-E131B79D34A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Line 108">
            <a:extLst>
              <a:ext uri="{FF2B5EF4-FFF2-40B4-BE49-F238E27FC236}">
                <a16:creationId xmlns:a16="http://schemas.microsoft.com/office/drawing/2014/main" id="{095BB6E5-F606-B605-0613-37013BA69A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Line 291">
            <a:extLst>
              <a:ext uri="{FF2B5EF4-FFF2-40B4-BE49-F238E27FC236}">
                <a16:creationId xmlns:a16="http://schemas.microsoft.com/office/drawing/2014/main" id="{997DD5E3-642C-3FC0-FE00-872FEBC7F2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900034B-493F-44AF-C843-7E6A67E2FFB2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09597EC7-54C5-2EB2-D7A3-7305186872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F6553D27-1029-4182-C234-19F2C5E2716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C8A4DB7D-61A0-A90C-9181-B6C8FC062F6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659C1087-2029-597D-2F04-B05F86CACE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DC4DA497-23D0-87AA-48AB-9121EA83788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FB84E0ED-AA81-16D3-2CB9-E58CD3A837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B7C1181E-91F5-1AEF-0676-22D7449E282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5" name="Line 113">
            <a:extLst>
              <a:ext uri="{FF2B5EF4-FFF2-40B4-BE49-F238E27FC236}">
                <a16:creationId xmlns:a16="http://schemas.microsoft.com/office/drawing/2014/main" id="{C7B0615B-50F2-CCBF-B17F-A7E65E44D0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4">
            <a:extLst>
              <a:ext uri="{FF2B5EF4-FFF2-40B4-BE49-F238E27FC236}">
                <a16:creationId xmlns:a16="http://schemas.microsoft.com/office/drawing/2014/main" id="{8ACAF968-356E-8196-9AF6-1F7A20D130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D34167D-577C-CE20-1FDB-66BB7CA3EC6D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CA8495D8-1600-4F41-4BEF-B081D35002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D1CFCC6B-015F-ECCF-1F12-6E535E977F1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FCD1D0D5-2877-6AB8-5B6A-03223B1AE66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FE5684B7-30D7-8818-B219-BBFDF051B91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462F6624-390C-91EB-58F8-15D8F144678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7C45CD29-FA6D-8938-CE44-9DCB3C7F0DA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03268435-CA72-CD83-7F80-C2885CF2967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" name="Line 260">
            <a:extLst>
              <a:ext uri="{FF2B5EF4-FFF2-40B4-BE49-F238E27FC236}">
                <a16:creationId xmlns:a16="http://schemas.microsoft.com/office/drawing/2014/main" id="{445458CA-3393-0FA5-4F20-6C4ADBC652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Line 261">
            <a:extLst>
              <a:ext uri="{FF2B5EF4-FFF2-40B4-BE49-F238E27FC236}">
                <a16:creationId xmlns:a16="http://schemas.microsoft.com/office/drawing/2014/main" id="{A2E93A32-3AB2-8274-FC12-D81B7AA830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" name="Line 292">
            <a:extLst>
              <a:ext uri="{FF2B5EF4-FFF2-40B4-BE49-F238E27FC236}">
                <a16:creationId xmlns:a16="http://schemas.microsoft.com/office/drawing/2014/main" id="{3D2050F3-6895-17C9-4732-54F015508C5A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Line 295">
            <a:extLst>
              <a:ext uri="{FF2B5EF4-FFF2-40B4-BE49-F238E27FC236}">
                <a16:creationId xmlns:a16="http://schemas.microsoft.com/office/drawing/2014/main" id="{24290B56-E817-C3E4-2F9D-8E5989F27F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Text Box 300">
            <a:extLst>
              <a:ext uri="{FF2B5EF4-FFF2-40B4-BE49-F238E27FC236}">
                <a16:creationId xmlns:a16="http://schemas.microsoft.com/office/drawing/2014/main" id="{EECF5F5E-CB07-4CE3-4EFD-46285357D3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40" name="Text Box 302">
            <a:extLst>
              <a:ext uri="{FF2B5EF4-FFF2-40B4-BE49-F238E27FC236}">
                <a16:creationId xmlns:a16="http://schemas.microsoft.com/office/drawing/2014/main" id="{8D635622-EBE8-DA9E-DD05-45ABC05C6D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41" name="Text Box 304">
            <a:extLst>
              <a:ext uri="{FF2B5EF4-FFF2-40B4-BE49-F238E27FC236}">
                <a16:creationId xmlns:a16="http://schemas.microsoft.com/office/drawing/2014/main" id="{4B608B01-EEC6-9FA2-5D16-0F64368C05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42" name="Group 100">
            <a:extLst>
              <a:ext uri="{FF2B5EF4-FFF2-40B4-BE49-F238E27FC236}">
                <a16:creationId xmlns:a16="http://schemas.microsoft.com/office/drawing/2014/main" id="{3153F415-65F6-642A-6712-41E8AEED8EA6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43" name="Picture 101" descr="desktop_computer_stylized_medium">
              <a:extLst>
                <a:ext uri="{FF2B5EF4-FFF2-40B4-BE49-F238E27FC236}">
                  <a16:creationId xmlns:a16="http://schemas.microsoft.com/office/drawing/2014/main" id="{3C279461-8A34-D217-3153-3419EBCEAC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" name="Freeform 102">
              <a:extLst>
                <a:ext uri="{FF2B5EF4-FFF2-40B4-BE49-F238E27FC236}">
                  <a16:creationId xmlns:a16="http://schemas.microsoft.com/office/drawing/2014/main" id="{19674A8D-2399-887F-6E76-14276D700BC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5" name="Group 103">
            <a:extLst>
              <a:ext uri="{FF2B5EF4-FFF2-40B4-BE49-F238E27FC236}">
                <a16:creationId xmlns:a16="http://schemas.microsoft.com/office/drawing/2014/main" id="{A53FAF63-7D47-F011-82D0-8F65A792583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6" name="Picture 104" descr="desktop_computer_stylized_medium">
              <a:extLst>
                <a:ext uri="{FF2B5EF4-FFF2-40B4-BE49-F238E27FC236}">
                  <a16:creationId xmlns:a16="http://schemas.microsoft.com/office/drawing/2014/main" id="{BFF22E8D-0835-85D3-8176-5D21962D3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Freeform 105">
              <a:extLst>
                <a:ext uri="{FF2B5EF4-FFF2-40B4-BE49-F238E27FC236}">
                  <a16:creationId xmlns:a16="http://schemas.microsoft.com/office/drawing/2014/main" id="{E6BD5CE7-E83B-07CD-A533-332180E9ED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8" name="Freeform 303">
            <a:extLst>
              <a:ext uri="{FF2B5EF4-FFF2-40B4-BE49-F238E27FC236}">
                <a16:creationId xmlns:a16="http://schemas.microsoft.com/office/drawing/2014/main" id="{22375A6E-3B33-CE57-D31A-BCABD5581D3D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Freeform 299">
            <a:extLst>
              <a:ext uri="{FF2B5EF4-FFF2-40B4-BE49-F238E27FC236}">
                <a16:creationId xmlns:a16="http://schemas.microsoft.com/office/drawing/2014/main" id="{A57CE7A3-05BF-AF7D-46F8-6819752D197F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Freeform 301">
            <a:extLst>
              <a:ext uri="{FF2B5EF4-FFF2-40B4-BE49-F238E27FC236}">
                <a16:creationId xmlns:a16="http://schemas.microsoft.com/office/drawing/2014/main" id="{BB0584F8-BB7E-D033-64C8-ADF77796F18E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B42FED4-F26B-5900-13D6-90B5D3289A41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B40A4AC2-EBB9-30E1-DF4F-E9F8FC03501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F3C2B5AB-47B6-D003-B2DC-9B8E3DB11C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362674CF-14AD-7B48-3440-8BE43B629A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F6D19CE3-B0E1-D030-E73A-6BBE35B3EDD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2C7ACC23-3AF1-739C-4316-C7BB112D8AE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A0A96027-866F-2412-CD78-CD52AFD6C72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Freeform 57">
                <a:extLst>
                  <a:ext uri="{FF2B5EF4-FFF2-40B4-BE49-F238E27FC236}">
                    <a16:creationId xmlns:a16="http://schemas.microsoft.com/office/drawing/2014/main" id="{C7DD799F-3CAA-6CCD-FF8E-CF9E9AFF45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1915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86D7C8-597D-9743-AF6B-834300DFF928}"/>
              </a:ext>
            </a:extLst>
          </p:cNvPr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>
              <a:extLst>
                <a:ext uri="{FF2B5EF4-FFF2-40B4-BE49-F238E27FC236}">
                  <a16:creationId xmlns:a16="http://schemas.microsoft.com/office/drawing/2014/main" id="{417C0065-CF59-F04B-A2B4-24B98D2D9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A2945742-6EAA-EB4A-8286-39E218644B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17CFBCC-5D80-154D-AFE4-84B6F3DE8CD2}"/>
              </a:ext>
            </a:extLst>
          </p:cNvPr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>
              <a:extLst>
                <a:ext uri="{FF2B5EF4-FFF2-40B4-BE49-F238E27FC236}">
                  <a16:creationId xmlns:a16="http://schemas.microsoft.com/office/drawing/2014/main" id="{7FD28BA9-B712-134B-86AC-CFCC39EB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8">
              <a:extLst>
                <a:ext uri="{FF2B5EF4-FFF2-40B4-BE49-F238E27FC236}">
                  <a16:creationId xmlns:a16="http://schemas.microsoft.com/office/drawing/2014/main" id="{F1026D73-2E6E-CF45-8EF3-ADEA186C5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>
              <a:extLst>
                <a:ext uri="{FF2B5EF4-FFF2-40B4-BE49-F238E27FC236}">
                  <a16:creationId xmlns:a16="http://schemas.microsoft.com/office/drawing/2014/main" id="{2DB0FD1B-3421-FB44-A67B-6CAF879C8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>
              <a:extLst>
                <a:ext uri="{FF2B5EF4-FFF2-40B4-BE49-F238E27FC236}">
                  <a16:creationId xmlns:a16="http://schemas.microsoft.com/office/drawing/2014/main" id="{B675A34D-78B1-1642-8329-2219BE43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156CE76B-0913-694C-A88F-94E62A67C5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80459DB-9FBC-AA43-AD0D-E4EC703C0CD5}"/>
                </a:ext>
              </a:extLst>
            </p:cNvPr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048766B-8BD7-5447-A58F-0580BF2517D6}"/>
              </a:ext>
            </a:extLst>
          </p:cNvPr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3C3101AA-04AC-604D-B1DD-586ADCDA2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30144341-821E-C445-8967-E53F584FFF2F}"/>
                </a:ext>
              </a:extLst>
            </p:cNvPr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F7106E5-CEC9-5B4C-9D96-768239ACF3F9}"/>
                </a:ext>
              </a:extLst>
            </p:cNvPr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93B100-C8EC-E14F-A08F-A5227BBD8A75}"/>
              </a:ext>
            </a:extLst>
          </p:cNvPr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69EA44-D208-F546-BC48-10986246EF9A}"/>
                </a:ext>
              </a:extLst>
            </p:cNvPr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>
                <a:extLst>
                  <a:ext uri="{FF2B5EF4-FFF2-40B4-BE49-F238E27FC236}">
                    <a16:creationId xmlns:a16="http://schemas.microsoft.com/office/drawing/2014/main" id="{461E9B9B-D89F-E045-903F-E4B91E6BD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>
                <a:extLst>
                  <a:ext uri="{FF2B5EF4-FFF2-40B4-BE49-F238E27FC236}">
                    <a16:creationId xmlns:a16="http://schemas.microsoft.com/office/drawing/2014/main" id="{7B545969-F2B6-3640-A5C7-754982F63617}"/>
                  </a:ext>
                </a:extLst>
              </p:cNvPr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D5D0FA-CF95-C647-8691-03423CEA1D6E}"/>
                </a:ext>
              </a:extLst>
            </p:cNvPr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B422DF4-E50E-8C4F-8EDF-EA4A3399E21E}"/>
                </a:ext>
              </a:extLst>
            </p:cNvPr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A6E80E2-2107-5945-8AA3-407451B7E60F}"/>
              </a:ext>
            </a:extLst>
          </p:cNvPr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2BE253E-6EA1-BB4E-8BF0-19C339C404C1}"/>
                </a:ext>
              </a:extLst>
            </p:cNvPr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>
                <a:extLst>
                  <a:ext uri="{FF2B5EF4-FFF2-40B4-BE49-F238E27FC236}">
                    <a16:creationId xmlns:a16="http://schemas.microsoft.com/office/drawing/2014/main" id="{D3347813-BBD3-9B4D-B4C4-CAF56372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>
                <a:extLst>
                  <a:ext uri="{FF2B5EF4-FFF2-40B4-BE49-F238E27FC236}">
                    <a16:creationId xmlns:a16="http://schemas.microsoft.com/office/drawing/2014/main" id="{36225CEE-E8B5-D342-87EF-CF5AADE63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FEDFBE5-9FAF-5841-909F-D0F941024CFF}"/>
                  </a:ext>
                </a:extLst>
              </p:cNvPr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4AAD3ED-1CE9-2F41-9A86-B86A45BB3764}"/>
                  </a:ext>
                </a:extLst>
              </p:cNvPr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12C0CA-EC0F-6646-B05E-6CF824061878}"/>
                </a:ext>
              </a:extLst>
            </p:cNvPr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6B3651B-4FF4-7D4B-9806-691B5A2E72B0}"/>
                </a:ext>
              </a:extLst>
            </p:cNvPr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5A976FD-BCA0-3B40-B7FA-0498D9E5EF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981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023445C-57D3-9D02-CF0F-720372B56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Throughput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912C0B5-CFFF-890D-6F15-A7F53B21C9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i="1" dirty="0"/>
              <a:t>average </a:t>
            </a:r>
            <a:r>
              <a:rPr lang="en-US" dirty="0"/>
              <a:t>rate (bits/time unit) at which bits are being sent from sender to receiver</a:t>
            </a:r>
          </a:p>
          <a:p>
            <a:r>
              <a:rPr lang="en-US" dirty="0"/>
              <a:t>analogy: water pipes</a:t>
            </a:r>
            <a:endParaRPr lang="en-US" i="1" dirty="0"/>
          </a:p>
        </p:txBody>
      </p:sp>
      <p:sp>
        <p:nvSpPr>
          <p:cNvPr id="7" name="Line 321">
            <a:extLst>
              <a:ext uri="{FF2B5EF4-FFF2-40B4-BE49-F238E27FC236}">
                <a16:creationId xmlns:a16="http://schemas.microsoft.com/office/drawing/2014/main" id="{11B33580-EF3A-E065-E001-7E492735F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8228" y="4303020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0F2F060-93CD-DC3A-B06B-EA9EC73B3B86}"/>
              </a:ext>
            </a:extLst>
          </p:cNvPr>
          <p:cNvGrpSpPr/>
          <p:nvPr/>
        </p:nvGrpSpPr>
        <p:grpSpPr>
          <a:xfrm>
            <a:off x="4744919" y="3926162"/>
            <a:ext cx="1463604" cy="737240"/>
            <a:chOff x="7493876" y="2774731"/>
            <a:chExt cx="1481958" cy="894622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4EE8956-DE8A-8B18-EAA8-FB29E65F73A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537B52ED-FB6D-86BC-0518-5836869FE3D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387DC29F-3064-D1C8-5A57-AFC34E1C703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862AD934-9DCD-B611-5B75-90D39BF293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0BCBF81-9970-73A8-D394-C05730E45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0412B143-33C8-7377-D14D-6E697A8E83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3DD14FCE-F677-1B85-8A57-22F8C44982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6" name="AutoShape 327">
            <a:extLst>
              <a:ext uri="{FF2B5EF4-FFF2-40B4-BE49-F238E27FC236}">
                <a16:creationId xmlns:a16="http://schemas.microsoft.com/office/drawing/2014/main" id="{E83EC0A7-3769-A7FE-F6E9-3C248A99E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3453" y="3437506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7" name="Group 64">
            <a:extLst>
              <a:ext uri="{FF2B5EF4-FFF2-40B4-BE49-F238E27FC236}">
                <a16:creationId xmlns:a16="http://schemas.microsoft.com/office/drawing/2014/main" id="{AA48F757-0428-32D4-762A-8E7EA2C853AD}"/>
              </a:ext>
            </a:extLst>
          </p:cNvPr>
          <p:cNvGrpSpPr>
            <a:grpSpLocks/>
          </p:cNvGrpSpPr>
          <p:nvPr/>
        </p:nvGrpSpPr>
        <p:grpSpPr bwMode="auto">
          <a:xfrm>
            <a:off x="2731503" y="3844233"/>
            <a:ext cx="352425" cy="876300"/>
            <a:chOff x="4140" y="429"/>
            <a:chExt cx="1425" cy="2396"/>
          </a:xfrm>
        </p:grpSpPr>
        <p:sp>
          <p:nvSpPr>
            <p:cNvPr id="18" name="Freeform 65">
              <a:extLst>
                <a:ext uri="{FF2B5EF4-FFF2-40B4-BE49-F238E27FC236}">
                  <a16:creationId xmlns:a16="http://schemas.microsoft.com/office/drawing/2014/main" id="{5FCA958D-D5D4-F826-A38A-180E65709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" name="Rectangle 66">
              <a:extLst>
                <a:ext uri="{FF2B5EF4-FFF2-40B4-BE49-F238E27FC236}">
                  <a16:creationId xmlns:a16="http://schemas.microsoft.com/office/drawing/2014/main" id="{7F5AECD0-F03C-39F0-75A1-A91EB4D66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" name="Freeform 67">
              <a:extLst>
                <a:ext uri="{FF2B5EF4-FFF2-40B4-BE49-F238E27FC236}">
                  <a16:creationId xmlns:a16="http://schemas.microsoft.com/office/drawing/2014/main" id="{C1A0F43B-F5B2-DB0A-30F6-DF9383D3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" name="Freeform 68">
              <a:extLst>
                <a:ext uri="{FF2B5EF4-FFF2-40B4-BE49-F238E27FC236}">
                  <a16:creationId xmlns:a16="http://schemas.microsoft.com/office/drawing/2014/main" id="{22C25961-71F4-1C0B-220C-820EF18C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2" name="Rectangle 69">
              <a:extLst>
                <a:ext uri="{FF2B5EF4-FFF2-40B4-BE49-F238E27FC236}">
                  <a16:creationId xmlns:a16="http://schemas.microsoft.com/office/drawing/2014/main" id="{129505AB-295F-DB45-BE81-E6915F3C2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" name="Group 70">
              <a:extLst>
                <a:ext uri="{FF2B5EF4-FFF2-40B4-BE49-F238E27FC236}">
                  <a16:creationId xmlns:a16="http://schemas.microsoft.com/office/drawing/2014/main" id="{54251B5D-1FD0-FA4E-6C4E-9315AFC2A6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" name="AutoShape 71">
                <a:extLst>
                  <a:ext uri="{FF2B5EF4-FFF2-40B4-BE49-F238E27FC236}">
                    <a16:creationId xmlns:a16="http://schemas.microsoft.com/office/drawing/2014/main" id="{37D1D119-0667-F4B1-A1FF-036B57C30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" name="AutoShape 72">
                <a:extLst>
                  <a:ext uri="{FF2B5EF4-FFF2-40B4-BE49-F238E27FC236}">
                    <a16:creationId xmlns:a16="http://schemas.microsoft.com/office/drawing/2014/main" id="{7D0BDA95-CCCA-B8AB-48E2-17640E359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" name="Rectangle 73">
              <a:extLst>
                <a:ext uri="{FF2B5EF4-FFF2-40B4-BE49-F238E27FC236}">
                  <a16:creationId xmlns:a16="http://schemas.microsoft.com/office/drawing/2014/main" id="{2E4BD74F-6632-C8F1-E90A-21CA504DD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5" name="Group 74">
              <a:extLst>
                <a:ext uri="{FF2B5EF4-FFF2-40B4-BE49-F238E27FC236}">
                  <a16:creationId xmlns:a16="http://schemas.microsoft.com/office/drawing/2014/main" id="{46268077-B3B3-8BA3-88D1-1580DFC2DE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6" name="AutoShape 75">
                <a:extLst>
                  <a:ext uri="{FF2B5EF4-FFF2-40B4-BE49-F238E27FC236}">
                    <a16:creationId xmlns:a16="http://schemas.microsoft.com/office/drawing/2014/main" id="{D9F7A19E-045B-FB04-4476-FA25A753A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" name="AutoShape 76">
                <a:extLst>
                  <a:ext uri="{FF2B5EF4-FFF2-40B4-BE49-F238E27FC236}">
                    <a16:creationId xmlns:a16="http://schemas.microsoft.com/office/drawing/2014/main" id="{B2539EF8-5656-6302-A865-3E3EC449C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6" name="Rectangle 77">
              <a:extLst>
                <a:ext uri="{FF2B5EF4-FFF2-40B4-BE49-F238E27FC236}">
                  <a16:creationId xmlns:a16="http://schemas.microsoft.com/office/drawing/2014/main" id="{7B23028E-1620-F5B6-1D93-9CB8FF517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7" name="Rectangle 78">
              <a:extLst>
                <a:ext uri="{FF2B5EF4-FFF2-40B4-BE49-F238E27FC236}">
                  <a16:creationId xmlns:a16="http://schemas.microsoft.com/office/drawing/2014/main" id="{EB61DE1F-9D6A-A6CF-BC0C-8564E728B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8" name="Group 79">
              <a:extLst>
                <a:ext uri="{FF2B5EF4-FFF2-40B4-BE49-F238E27FC236}">
                  <a16:creationId xmlns:a16="http://schemas.microsoft.com/office/drawing/2014/main" id="{CF408889-ED8D-98AD-39E7-4621354B16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" name="AutoShape 80">
                <a:extLst>
                  <a:ext uri="{FF2B5EF4-FFF2-40B4-BE49-F238E27FC236}">
                    <a16:creationId xmlns:a16="http://schemas.microsoft.com/office/drawing/2014/main" id="{57B3534E-E30B-DBFC-CFC5-A2667B652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" name="AutoShape 81">
                <a:extLst>
                  <a:ext uri="{FF2B5EF4-FFF2-40B4-BE49-F238E27FC236}">
                    <a16:creationId xmlns:a16="http://schemas.microsoft.com/office/drawing/2014/main" id="{BCC6F2DC-792F-D02A-AF00-A56B9EE78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9" name="Freeform 82">
              <a:extLst>
                <a:ext uri="{FF2B5EF4-FFF2-40B4-BE49-F238E27FC236}">
                  <a16:creationId xmlns:a16="http://schemas.microsoft.com/office/drawing/2014/main" id="{51DAE6D5-4606-979C-09A0-43B45BF63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30" name="Group 83">
              <a:extLst>
                <a:ext uri="{FF2B5EF4-FFF2-40B4-BE49-F238E27FC236}">
                  <a16:creationId xmlns:a16="http://schemas.microsoft.com/office/drawing/2014/main" id="{1DAAC84B-948E-187D-7C2D-F19993190A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2" name="AutoShape 84">
                <a:extLst>
                  <a:ext uri="{FF2B5EF4-FFF2-40B4-BE49-F238E27FC236}">
                    <a16:creationId xmlns:a16="http://schemas.microsoft.com/office/drawing/2014/main" id="{349EE890-5B2E-EA51-EBAC-67AE043FB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3" name="AutoShape 85">
                <a:extLst>
                  <a:ext uri="{FF2B5EF4-FFF2-40B4-BE49-F238E27FC236}">
                    <a16:creationId xmlns:a16="http://schemas.microsoft.com/office/drawing/2014/main" id="{C8A60AAD-820E-AFA4-D43A-C580C981E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31" name="Rectangle 86">
              <a:extLst>
                <a:ext uri="{FF2B5EF4-FFF2-40B4-BE49-F238E27FC236}">
                  <a16:creationId xmlns:a16="http://schemas.microsoft.com/office/drawing/2014/main" id="{FB820B83-B278-C31A-ECB4-BA4CED0F2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" name="Freeform 87">
              <a:extLst>
                <a:ext uri="{FF2B5EF4-FFF2-40B4-BE49-F238E27FC236}">
                  <a16:creationId xmlns:a16="http://schemas.microsoft.com/office/drawing/2014/main" id="{5F5A9AEC-A145-2BF0-5B83-521892A7E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" name="Freeform 88">
              <a:extLst>
                <a:ext uri="{FF2B5EF4-FFF2-40B4-BE49-F238E27FC236}">
                  <a16:creationId xmlns:a16="http://schemas.microsoft.com/office/drawing/2014/main" id="{DA402F72-3F57-400E-2CBD-20590D70D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4" name="Oval 89">
              <a:extLst>
                <a:ext uri="{FF2B5EF4-FFF2-40B4-BE49-F238E27FC236}">
                  <a16:creationId xmlns:a16="http://schemas.microsoft.com/office/drawing/2014/main" id="{E4FCB92F-747A-B486-832F-2F5E44749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" name="Freeform 90">
              <a:extLst>
                <a:ext uri="{FF2B5EF4-FFF2-40B4-BE49-F238E27FC236}">
                  <a16:creationId xmlns:a16="http://schemas.microsoft.com/office/drawing/2014/main" id="{71C2FBA6-4027-96E0-6C8C-A60D2F16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6" name="AutoShape 91">
              <a:extLst>
                <a:ext uri="{FF2B5EF4-FFF2-40B4-BE49-F238E27FC236}">
                  <a16:creationId xmlns:a16="http://schemas.microsoft.com/office/drawing/2014/main" id="{4C743EB9-2158-32FB-8FC3-318050004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7" name="AutoShape 92">
              <a:extLst>
                <a:ext uri="{FF2B5EF4-FFF2-40B4-BE49-F238E27FC236}">
                  <a16:creationId xmlns:a16="http://schemas.microsoft.com/office/drawing/2014/main" id="{50764057-D11B-359F-28EE-AA095E4E1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8" name="Oval 93">
              <a:extLst>
                <a:ext uri="{FF2B5EF4-FFF2-40B4-BE49-F238E27FC236}">
                  <a16:creationId xmlns:a16="http://schemas.microsoft.com/office/drawing/2014/main" id="{285F5C48-B838-E8A8-CC2A-E882C90CD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9" name="Oval 94">
              <a:extLst>
                <a:ext uri="{FF2B5EF4-FFF2-40B4-BE49-F238E27FC236}">
                  <a16:creationId xmlns:a16="http://schemas.microsoft.com/office/drawing/2014/main" id="{79579FBD-17B5-E3DF-6A33-4F4994C7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0" name="Oval 95">
              <a:extLst>
                <a:ext uri="{FF2B5EF4-FFF2-40B4-BE49-F238E27FC236}">
                  <a16:creationId xmlns:a16="http://schemas.microsoft.com/office/drawing/2014/main" id="{AF919BB5-0CFB-6F68-5A86-6F768B83D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1" name="Rectangle 96">
              <a:extLst>
                <a:ext uri="{FF2B5EF4-FFF2-40B4-BE49-F238E27FC236}">
                  <a16:creationId xmlns:a16="http://schemas.microsoft.com/office/drawing/2014/main" id="{52EF09A7-FAE3-70CF-7C55-902A413B2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50" name="Group 61">
            <a:extLst>
              <a:ext uri="{FF2B5EF4-FFF2-40B4-BE49-F238E27FC236}">
                <a16:creationId xmlns:a16="http://schemas.microsoft.com/office/drawing/2014/main" id="{BDF496AA-1B2D-E7C4-071B-2DC09D03BE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036691" y="3906145"/>
            <a:ext cx="1192212" cy="1171575"/>
            <a:chOff x="-44" y="1473"/>
            <a:chExt cx="981" cy="1105"/>
          </a:xfrm>
        </p:grpSpPr>
        <p:pic>
          <p:nvPicPr>
            <p:cNvPr id="51" name="Picture 62" descr="desktop_computer_stylized_medium">
              <a:extLst>
                <a:ext uri="{FF2B5EF4-FFF2-40B4-BE49-F238E27FC236}">
                  <a16:creationId xmlns:a16="http://schemas.microsoft.com/office/drawing/2014/main" id="{4D3E9B9F-A6D4-E545-B2BA-A9954E7AAF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2" name="Freeform 63">
              <a:extLst>
                <a:ext uri="{FF2B5EF4-FFF2-40B4-BE49-F238E27FC236}">
                  <a16:creationId xmlns:a16="http://schemas.microsoft.com/office/drawing/2014/main" id="{4635AC9E-014B-02E0-0D49-87BD2BE347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3" name="Text Box 328">
            <a:extLst>
              <a:ext uri="{FF2B5EF4-FFF2-40B4-BE49-F238E27FC236}">
                <a16:creationId xmlns:a16="http://schemas.microsoft.com/office/drawing/2014/main" id="{4C2375E5-E442-48FF-856D-973A8A6CD4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8166" y="4758402"/>
            <a:ext cx="1749005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54" name="Text Box 329">
            <a:extLst>
              <a:ext uri="{FF2B5EF4-FFF2-40B4-BE49-F238E27FC236}">
                <a16:creationId xmlns:a16="http://schemas.microsoft.com/office/drawing/2014/main" id="{EBEF3C7B-95C6-BF34-77F8-293AC68EE6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8013" y="4761553"/>
            <a:ext cx="1749005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55" name="Group 99">
            <a:extLst>
              <a:ext uri="{FF2B5EF4-FFF2-40B4-BE49-F238E27FC236}">
                <a16:creationId xmlns:a16="http://schemas.microsoft.com/office/drawing/2014/main" id="{425399EF-88A7-480D-09EB-321FE1EC7BA2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5249863"/>
            <a:ext cx="5565775" cy="1033463"/>
            <a:chOff x="-335" y="3942"/>
            <a:chExt cx="3506" cy="651"/>
          </a:xfrm>
        </p:grpSpPr>
        <p:sp>
          <p:nvSpPr>
            <p:cNvPr id="56" name="Text Box 353">
              <a:extLst>
                <a:ext uri="{FF2B5EF4-FFF2-40B4-BE49-F238E27FC236}">
                  <a16:creationId xmlns:a16="http://schemas.microsoft.com/office/drawing/2014/main" id="{E2D0B38E-826F-B8F4-7607-45B63A8C0C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" name="Text Box 336">
              <a:extLst>
                <a:ext uri="{FF2B5EF4-FFF2-40B4-BE49-F238E27FC236}">
                  <a16:creationId xmlns:a16="http://schemas.microsoft.com/office/drawing/2014/main" id="{9E3BA9C8-13C1-F0E8-6663-D62F0EC66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8" y="4081"/>
              <a:ext cx="2083" cy="45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(i.e.,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 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)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48276561-4760-95E9-8063-A16F406F6E5A}"/>
              </a:ext>
            </a:extLst>
          </p:cNvPr>
          <p:cNvGrpSpPr/>
          <p:nvPr/>
        </p:nvGrpSpPr>
        <p:grpSpPr>
          <a:xfrm>
            <a:off x="2264778" y="3836295"/>
            <a:ext cx="7826649" cy="763664"/>
            <a:chOff x="2071329" y="4013904"/>
            <a:chExt cx="7826649" cy="763664"/>
          </a:xfrm>
        </p:grpSpPr>
        <p:sp>
          <p:nvSpPr>
            <p:cNvPr id="60" name="AutoShape 350">
              <a:extLst>
                <a:ext uri="{FF2B5EF4-FFF2-40B4-BE49-F238E27FC236}">
                  <a16:creationId xmlns:a16="http://schemas.microsoft.com/office/drawing/2014/main" id="{D311B3DF-E0B0-B39B-5BD1-C849B1D0E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61" name="Group 335">
              <a:extLst>
                <a:ext uri="{FF2B5EF4-FFF2-40B4-BE49-F238E27FC236}">
                  <a16:creationId xmlns:a16="http://schemas.microsoft.com/office/drawing/2014/main" id="{C394CF1B-C1FE-19CD-18FC-D5F22D8165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69" name="Oval 333">
                <a:extLst>
                  <a:ext uri="{FF2B5EF4-FFF2-40B4-BE49-F238E27FC236}">
                    <a16:creationId xmlns:a16="http://schemas.microsoft.com/office/drawing/2014/main" id="{FA737761-D3DD-1A03-9BBF-745927856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70" name="Rectangle 332">
                <a:extLst>
                  <a:ext uri="{FF2B5EF4-FFF2-40B4-BE49-F238E27FC236}">
                    <a16:creationId xmlns:a16="http://schemas.microsoft.com/office/drawing/2014/main" id="{2672D325-723E-D51C-849A-C981D92B4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71" name="Oval 331">
                <a:extLst>
                  <a:ext uri="{FF2B5EF4-FFF2-40B4-BE49-F238E27FC236}">
                    <a16:creationId xmlns:a16="http://schemas.microsoft.com/office/drawing/2014/main" id="{E0E6A691-0043-36E2-2507-035FF3B3C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" name="Rectangle 334">
                <a:extLst>
                  <a:ext uri="{FF2B5EF4-FFF2-40B4-BE49-F238E27FC236}">
                    <a16:creationId xmlns:a16="http://schemas.microsoft.com/office/drawing/2014/main" id="{E8825AAE-F1D5-0564-C03C-C9C32C083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62" name="Group 341">
              <a:extLst>
                <a:ext uri="{FF2B5EF4-FFF2-40B4-BE49-F238E27FC236}">
                  <a16:creationId xmlns:a16="http://schemas.microsoft.com/office/drawing/2014/main" id="{E575B3F1-07D8-F089-5724-3E032771B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65" name="Oval 342">
                <a:extLst>
                  <a:ext uri="{FF2B5EF4-FFF2-40B4-BE49-F238E27FC236}">
                    <a16:creationId xmlns:a16="http://schemas.microsoft.com/office/drawing/2014/main" id="{27B43F58-40E7-0C51-F724-D2A49D03D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66" name="Rectangle 343">
                <a:extLst>
                  <a:ext uri="{FF2B5EF4-FFF2-40B4-BE49-F238E27FC236}">
                    <a16:creationId xmlns:a16="http://schemas.microsoft.com/office/drawing/2014/main" id="{CA5C7478-F97F-C296-8F8B-C907B32CB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67" name="Oval 344">
                <a:extLst>
                  <a:ext uri="{FF2B5EF4-FFF2-40B4-BE49-F238E27FC236}">
                    <a16:creationId xmlns:a16="http://schemas.microsoft.com/office/drawing/2014/main" id="{065B4774-4A6C-AA3C-F52A-E4A3D495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" name="Rectangle 345">
                <a:extLst>
                  <a:ext uri="{FF2B5EF4-FFF2-40B4-BE49-F238E27FC236}">
                    <a16:creationId xmlns:a16="http://schemas.microsoft.com/office/drawing/2014/main" id="{9DAF6B5F-B55D-C9AD-B318-815E136FD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63" name="AutoShape 351">
              <a:extLst>
                <a:ext uri="{FF2B5EF4-FFF2-40B4-BE49-F238E27FC236}">
                  <a16:creationId xmlns:a16="http://schemas.microsoft.com/office/drawing/2014/main" id="{DD152063-DD94-9F87-3463-83C906265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" name="AutoShape 349">
              <a:extLst>
                <a:ext uri="{FF2B5EF4-FFF2-40B4-BE49-F238E27FC236}">
                  <a16:creationId xmlns:a16="http://schemas.microsoft.com/office/drawing/2014/main" id="{252224BD-25EB-F9C1-69A6-DC25839C30E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ADC3A9CD-2311-95DB-FBA8-5AD4911A0675}"/>
              </a:ext>
            </a:extLst>
          </p:cNvPr>
          <p:cNvCxnSpPr/>
          <p:nvPr/>
        </p:nvCxnSpPr>
        <p:spPr>
          <a:xfrm>
            <a:off x="2856893" y="4778555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54267195-C510-A204-F0E3-81FCC6DD27C9}"/>
              </a:ext>
            </a:extLst>
          </p:cNvPr>
          <p:cNvCxnSpPr/>
          <p:nvPr/>
        </p:nvCxnSpPr>
        <p:spPr>
          <a:xfrm>
            <a:off x="3864699" y="4393732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CA997855-D208-BE2B-529B-B0DBE3A3B336}"/>
              </a:ext>
            </a:extLst>
          </p:cNvPr>
          <p:cNvCxnSpPr/>
          <p:nvPr/>
        </p:nvCxnSpPr>
        <p:spPr>
          <a:xfrm>
            <a:off x="7966620" y="4397277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302072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sp>
        <p:nvSpPr>
          <p:cNvPr id="648" name="Rectangle 523">
            <a:extLst>
              <a:ext uri="{FF2B5EF4-FFF2-40B4-BE49-F238E27FC236}">
                <a16:creationId xmlns:a16="http://schemas.microsoft.com/office/drawing/2014/main" id="{17573379-BEF3-6842-92C8-C7C11E0F1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336" y="1491893"/>
            <a:ext cx="4522733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per-connection end-end throughput: </a:t>
            </a: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min(R</a:t>
            </a:r>
            <a:r>
              <a:rPr kumimoji="0" lang="en-US" altLang="en-US" sz="3200" b="0" i="1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,R</a:t>
            </a:r>
            <a:r>
              <a:rPr kumimoji="0" lang="en-US" altLang="en-US" sz="3200" b="0" i="1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,R/10)</a:t>
            </a:r>
          </a:p>
          <a:p>
            <a:pPr marL="342900" marR="0" lvl="0" indent="-34290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practice: </a:t>
            </a: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3200" b="0" i="1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or </a:t>
            </a:r>
            <a:r>
              <a: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3200" b="0" i="1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is often bottleneck</a:t>
            </a:r>
          </a:p>
        </p:txBody>
      </p: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C2615705-B5AD-5107-C1B5-6B45C74853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layering?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5F68494-1D1D-E1D9-42F4-72132153565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Layering is a common approach to designing complex systems. The explicit, modular structure</a:t>
            </a:r>
          </a:p>
          <a:p>
            <a:r>
              <a:rPr lang="en-US" dirty="0"/>
              <a:t>allows identifying relationship of system's pieces</a:t>
            </a:r>
          </a:p>
          <a:p>
            <a:r>
              <a:rPr lang="en-US" dirty="0"/>
              <a:t>eases maintenance, updating system</a:t>
            </a:r>
          </a:p>
        </p:txBody>
      </p:sp>
    </p:spTree>
    <p:extLst>
      <p:ext uri="{BB962C8B-B14F-4D97-AF65-F5344CB8AC3E}">
        <p14:creationId xmlns:p14="http://schemas.microsoft.com/office/powerpoint/2010/main" val="291590806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2EBD77-BBEB-8256-B1D7-6D40115EC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Encapsulation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4F92B3-9996-B455-D98A-6E4215C63A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pic>
        <p:nvPicPr>
          <p:cNvPr id="7172" name="Picture 4" descr="Stacking Dolls designs, themes, templates and downloadable graphic elements  on Dribbble">
            <a:extLst>
              <a:ext uri="{FF2B5EF4-FFF2-40B4-BE49-F238E27FC236}">
                <a16:creationId xmlns:a16="http://schemas.microsoft.com/office/drawing/2014/main" id="{A26A0BB6-0C77-FE07-9A76-501AF81B15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186" y="2071687"/>
            <a:ext cx="5214120" cy="39105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89B3C42-EA63-6E49-E436-960A9CD62219}"/>
              </a:ext>
            </a:extLst>
          </p:cNvPr>
          <p:cNvSpPr txBox="1"/>
          <p:nvPr/>
        </p:nvSpPr>
        <p:spPr>
          <a:xfrm>
            <a:off x="6245138" y="5073301"/>
            <a:ext cx="997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message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5FEF7-391E-06CF-EC8D-A4D9473CECC7}"/>
              </a:ext>
            </a:extLst>
          </p:cNvPr>
          <p:cNvSpPr txBox="1"/>
          <p:nvPr/>
        </p:nvSpPr>
        <p:spPr>
          <a:xfrm>
            <a:off x="7392802" y="5073301"/>
            <a:ext cx="9952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segment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DCD3DA2-B741-6497-BE53-D89EBC073BDC}"/>
              </a:ext>
            </a:extLst>
          </p:cNvPr>
          <p:cNvSpPr txBox="1"/>
          <p:nvPr/>
        </p:nvSpPr>
        <p:spPr>
          <a:xfrm>
            <a:off x="8738816" y="5059744"/>
            <a:ext cx="1098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datagram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BBD8C8-727E-C550-63F3-5D31C6B6018F}"/>
              </a:ext>
            </a:extLst>
          </p:cNvPr>
          <p:cNvSpPr txBox="1"/>
          <p:nvPr/>
        </p:nvSpPr>
        <p:spPr>
          <a:xfrm>
            <a:off x="10488109" y="5065260"/>
            <a:ext cx="751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frame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A91CF71-749F-554A-9CA6-E3C9A1D4B1D4}"/>
              </a:ext>
            </a:extLst>
          </p:cNvPr>
          <p:cNvSpPr/>
          <p:nvPr/>
        </p:nvSpPr>
        <p:spPr>
          <a:xfrm>
            <a:off x="838200" y="1285429"/>
            <a:ext cx="56248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Matryoshka dolls (stacking dolls)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13" descr="Icon&#10;&#10;Description automatically generated with low confidence">
            <a:extLst>
              <a:ext uri="{FF2B5EF4-FFF2-40B4-BE49-F238E27FC236}">
                <a16:creationId xmlns:a16="http://schemas.microsoft.com/office/drawing/2014/main" id="{F4618F35-68D8-2BAF-C676-F42021682C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754" y="3663601"/>
            <a:ext cx="1016000" cy="1409700"/>
          </a:xfrm>
          <a:prstGeom prst="rect">
            <a:avLst/>
          </a:prstGeom>
        </p:spPr>
      </p:pic>
      <p:pic>
        <p:nvPicPr>
          <p:cNvPr id="16" name="Picture 15" descr="Logo&#10;&#10;Description automatically generated with medium confidence">
            <a:extLst>
              <a:ext uri="{FF2B5EF4-FFF2-40B4-BE49-F238E27FC236}">
                <a16:creationId xmlns:a16="http://schemas.microsoft.com/office/drawing/2014/main" id="{59693B85-4EFF-244B-266A-A60BE22C35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7590" y="3409601"/>
            <a:ext cx="1206500" cy="1663700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7F9B19E8-C8FD-1DD8-CEBE-996F1AC16A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7316" y="3041509"/>
            <a:ext cx="1481342" cy="2038158"/>
          </a:xfrm>
          <a:prstGeom prst="rect">
            <a:avLst/>
          </a:prstGeom>
        </p:spPr>
      </p:pic>
      <p:pic>
        <p:nvPicPr>
          <p:cNvPr id="20" name="Picture 19" descr="Icon&#10;&#10;Description automatically generated">
            <a:extLst>
              <a:ext uri="{FF2B5EF4-FFF2-40B4-BE49-F238E27FC236}">
                <a16:creationId xmlns:a16="http://schemas.microsoft.com/office/drawing/2014/main" id="{BA160814-4425-09C4-92B8-72251E1759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97231" y="2709865"/>
            <a:ext cx="1722729" cy="236980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1FA624C3-138D-4F50-821F-574B852B4729}"/>
              </a:ext>
            </a:extLst>
          </p:cNvPr>
          <p:cNvSpPr txBox="1"/>
          <p:nvPr/>
        </p:nvSpPr>
        <p:spPr>
          <a:xfrm>
            <a:off x="46604" y="6519289"/>
            <a:ext cx="6096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/>
              <a:t>Credit: </a:t>
            </a:r>
            <a:r>
              <a:rPr lang="en-US" sz="1050" dirty="0">
                <a:hlinkClick r:id="rId8"/>
              </a:rPr>
              <a:t>https://dribbble.com/shots/7182188-Babushka-Boi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250768378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321</TotalTime>
  <Words>2794</Words>
  <Application>Microsoft Macintosh PowerPoint</Application>
  <PresentationFormat>Widescreen</PresentationFormat>
  <Paragraphs>769</Paragraphs>
  <Slides>33</Slides>
  <Notes>13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33</vt:i4>
      </vt:variant>
    </vt:vector>
  </HeadingPairs>
  <TitlesOfParts>
    <vt:vector size="43" baseType="lpstr">
      <vt:lpstr>ＭＳ Ｐゴシック</vt:lpstr>
      <vt:lpstr>Aptos</vt:lpstr>
      <vt:lpstr>Aptos Display</vt:lpstr>
      <vt:lpstr>Arial</vt:lpstr>
      <vt:lpstr>Calibri</vt:lpstr>
      <vt:lpstr>Cambria Math</vt:lpstr>
      <vt:lpstr>Gill Sans MT</vt:lpstr>
      <vt:lpstr>Times New Roman</vt:lpstr>
      <vt:lpstr>Wingdings</vt:lpstr>
      <vt:lpstr>Office Theme</vt:lpstr>
      <vt:lpstr>Computer Networks and the Internet: An Overview</vt:lpstr>
      <vt:lpstr>Roadmap</vt:lpstr>
      <vt:lpstr>The Internet: "a network engineer" view</vt:lpstr>
      <vt:lpstr>The Internet: "a network engineer" view</vt:lpstr>
      <vt:lpstr>The Internet: "a software engineer" view</vt:lpstr>
      <vt:lpstr>What’s a protocol?</vt:lpstr>
      <vt:lpstr>What’s a protocol?</vt:lpstr>
      <vt:lpstr>Internet structure</vt:lpstr>
      <vt:lpstr>Internet structure</vt:lpstr>
      <vt:lpstr>Internet structure</vt:lpstr>
      <vt:lpstr>Data transfer: Two broad approaches</vt:lpstr>
      <vt:lpstr>How to reserve resources?</vt:lpstr>
      <vt:lpstr>How to reserve resources?</vt:lpstr>
      <vt:lpstr>Data transfer: Two broad approaches</vt:lpstr>
      <vt:lpstr>Circuit switching vs Packet switching</vt:lpstr>
      <vt:lpstr>Circuit switching vs Packet switching</vt:lpstr>
      <vt:lpstr>Is packet switching a winner?</vt:lpstr>
      <vt:lpstr>Packet switching: Queueing</vt:lpstr>
      <vt:lpstr>How packet delay occurs?</vt:lpstr>
      <vt:lpstr>How packet delay occurs?</vt:lpstr>
      <vt:lpstr>How packet delay occurs?</vt:lpstr>
      <vt:lpstr>Queueing delay</vt:lpstr>
      <vt:lpstr>"Real" Internet delays and routes</vt:lpstr>
      <vt:lpstr>Real Internet delays and routes</vt:lpstr>
      <vt:lpstr>Throughput</vt:lpstr>
      <vt:lpstr>Throughput</vt:lpstr>
      <vt:lpstr>Throughput: network scenario</vt:lpstr>
      <vt:lpstr>Layered Internet protocol stack</vt:lpstr>
      <vt:lpstr>Why layering?</vt:lpstr>
      <vt:lpstr>Encapsulation</vt:lpstr>
      <vt:lpstr>Services, Layering and Encapsulation</vt:lpstr>
      <vt:lpstr>Services, Layering and Encapsulation</vt:lpstr>
      <vt:lpstr>Services, Layering and Encapsulation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Gomes, André</dc:creator>
  <cp:lastModifiedBy>Gomes, André</cp:lastModifiedBy>
  <cp:revision>19</cp:revision>
  <dcterms:created xsi:type="dcterms:W3CDTF">2026-01-13T15:27:27Z</dcterms:created>
  <dcterms:modified xsi:type="dcterms:W3CDTF">2026-01-15T16:16:26Z</dcterms:modified>
</cp:coreProperties>
</file>